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23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slides/slide43.xml" ContentType="application/vnd.openxmlformats-officedocument.presentationml.slide+xml"/>
  <Override PartName="/ppt/slideLayouts/slideLayout15.xml" ContentType="application/vnd.openxmlformats-officedocument.presentationml.slideLayout+xml"/>
  <Override PartName="/ppt/slides/slide48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0.xml" ContentType="application/vnd.openxmlformats-officedocument.presentationml.slide+xml"/>
  <Override PartName="/ppt/notesSlides/notesSlide21.xml" ContentType="application/vnd.openxmlformats-officedocument.presentationml.notesSlide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s/slide8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notesSlides/notesSlide31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30.xml" ContentType="application/vnd.openxmlformats-officedocument.presentationml.slide+xml"/>
  <Override PartName="/ppt/theme/theme2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8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11.xml" ContentType="application/vnd.openxmlformats-officedocument.presentationml.slide+xml"/>
  <Override PartName="/ppt/slides/slide38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9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47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slideLayouts/slideLayout24.xml" ContentType="application/vnd.openxmlformats-officedocument.presentationml.slideLayout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Layouts/slideLayout25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5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</p:sldIdLst>
  <p:sldSz cx="9144000" cy="5143500" type="screen16x9"/>
  <p:notesSz cx="6858000" cy="9144000"/>
  <p:defaultTextStyle>
    <a:defPPr>
      <a:defRPr lang="en-US"/>
    </a:defPPr>
    <a:lvl1pPr marL="0" algn="l" defTabSz="713232" rtl="0">
      <a:defRPr sz="14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>
      <a:defRPr sz="14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>
      <a:defRPr sz="14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>
      <a:defRPr sz="14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>
      <a:defRPr sz="14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>
      <a:defRPr sz="14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>
      <a:defRPr sz="14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>
      <a:defRPr sz="14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>
      <a:defRPr sz="14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44" d="100"/>
          <a:sy n="144" d="100"/>
        </p:scale>
        <p:origin x="2196" y="120"/>
      </p:cViewPr>
      <p:guideLst>
        <p:guide pos="294"/>
        <p:guide pos="162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 /><Relationship Id="rId56" Type="http://schemas.openxmlformats.org/officeDocument/2006/relationships/tableStyles" Target="tableStyles.xml" /><Relationship Id="rId5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734659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347680" y="256832"/>
            <a:ext cx="6113274" cy="47505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 b="1"/>
            </a:lvl1pPr>
          </a:lstStyle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2091127406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5295600" y="8776800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pPr>
              <a:defRPr/>
            </a:pPr>
            <a:fld id="{C284191B-A352-458B-81F0-1FA2149F7941}" type="datetime1">
              <a:rPr lang="de-DE"/>
              <a:t>09.09.2025</a:t>
            </a:fld>
            <a:endParaRPr lang="en-US"/>
          </a:p>
        </p:txBody>
      </p:sp>
      <p:sp>
        <p:nvSpPr>
          <p:cNvPr id="1845165209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350" y="1020763"/>
            <a:ext cx="6792913" cy="382111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6564291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347992" y="5016760"/>
            <a:ext cx="6112961" cy="364597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404307160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323850" y="8776800"/>
            <a:ext cx="464415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321016363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6120174" y="8776800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/>
            </a:lvl1pPr>
          </a:lstStyle>
          <a:p>
            <a:pPr>
              <a:defRPr/>
            </a:pPr>
            <a:fld id="{05DD1DF0-DD4E-4B0C-B0FD-D16D9D2A9750}" type="slidenum">
              <a:rPr lang="en-US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1" ftr="1" hdr="1" sldNum="1"/>
  <p:notesStyle>
    <a:lvl1pPr marL="180975" indent="-180975" algn="l" defTabSz="713232" rtl="0">
      <a:lnSpc>
        <a:spcPct val="120000"/>
      </a:lnSpc>
      <a:buClr>
        <a:schemeClr val="accent1"/>
      </a:buClr>
      <a:buFont typeface="Arial"/>
      <a:buChar char="•"/>
      <a:defRPr sz="1000">
        <a:solidFill>
          <a:schemeClr val="tx1"/>
        </a:solidFill>
        <a:latin typeface="+mn-lt"/>
        <a:ea typeface="+mn-ea"/>
        <a:cs typeface="+mn-cs"/>
      </a:defRPr>
    </a:lvl1pPr>
    <a:lvl2pPr marL="358775" indent="-177800" algn="l" defTabSz="713232" rtl="0">
      <a:lnSpc>
        <a:spcPct val="120000"/>
      </a:lnSpc>
      <a:buFont typeface="Arial"/>
      <a:buChar char="•"/>
      <a:defRPr sz="1000">
        <a:solidFill>
          <a:schemeClr val="tx1"/>
        </a:solidFill>
        <a:latin typeface="+mn-lt"/>
        <a:ea typeface="+mn-ea"/>
        <a:cs typeface="+mn-cs"/>
      </a:defRPr>
    </a:lvl2pPr>
    <a:lvl3pPr marL="538163" indent="-179388" algn="l" defTabSz="713232" rtl="0">
      <a:lnSpc>
        <a:spcPct val="120000"/>
      </a:lnSpc>
      <a:buFont typeface="Arial"/>
      <a:buChar char="•"/>
      <a:defRPr sz="1000">
        <a:solidFill>
          <a:schemeClr val="tx1"/>
        </a:solidFill>
        <a:latin typeface="+mn-lt"/>
        <a:ea typeface="+mn-ea"/>
        <a:cs typeface="+mn-cs"/>
      </a:defRPr>
    </a:lvl3pPr>
    <a:lvl4pPr marL="719138" indent="-180975" algn="l" defTabSz="713232" rtl="0">
      <a:lnSpc>
        <a:spcPct val="120000"/>
      </a:lnSpc>
      <a:buFont typeface="Arial"/>
      <a:buChar char="•"/>
      <a:defRPr sz="1000">
        <a:solidFill>
          <a:schemeClr val="tx1"/>
        </a:solidFill>
        <a:latin typeface="+mn-lt"/>
        <a:ea typeface="+mn-ea"/>
        <a:cs typeface="+mn-cs"/>
      </a:defRPr>
    </a:lvl4pPr>
    <a:lvl5pPr marL="896938" indent="-177800" algn="l" defTabSz="713232" rtl="0">
      <a:lnSpc>
        <a:spcPct val="120000"/>
      </a:lnSpc>
      <a:buFont typeface="Arial"/>
      <a:buChar char="•"/>
      <a:defRPr sz="10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>
      <a:defRPr sz="95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>
      <a:defRPr sz="95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>
      <a:defRPr sz="95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>
      <a:defRPr sz="95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202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9092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412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18A736-0D32-E3BF-A2C4-202C771990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032303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6272171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5966733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367977370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C284191B-A352-458B-81F0-1FA2149F7941}" type="datetime1">
              <a:rPr lang="de-DE"/>
              <a:t>09.09.2025</a:t>
            </a:fld>
            <a:endParaRPr lang="en-US"/>
          </a:p>
        </p:txBody>
      </p:sp>
      <p:sp>
        <p:nvSpPr>
          <p:cNvPr id="1192839265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665765198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05DD1DF0-DD4E-4B0C-B0FD-D16D9D2A9750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136897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6265692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2813716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503406094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9A1179FB-8C00-93A4-861E-06ED32EA252B}" type="datetime1">
              <a:rPr lang="de-DE"/>
              <a:t/>
            </a:fld>
            <a:endParaRPr lang="en-US"/>
          </a:p>
        </p:txBody>
      </p:sp>
      <p:sp>
        <p:nvSpPr>
          <p:cNvPr id="963332849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453346370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B21DE4A9-B58A-CB3A-05DD-576736895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921970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039253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6310449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549232249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DD378F8A-D420-BA7D-3F5A-440A43F8D0E9}" type="datetime1">
              <a:rPr lang="de-DE"/>
              <a:t/>
            </a:fld>
            <a:endParaRPr lang="en-US"/>
          </a:p>
        </p:txBody>
      </p:sp>
      <p:sp>
        <p:nvSpPr>
          <p:cNvPr id="2003850435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428261861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0B51BA63-3B85-B9A4-051B-5A6900CF49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81688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3850720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554945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073768618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A12D07B6-A5BD-6768-96F5-7B3CD1802688}" type="datetime1">
              <a:rPr lang="de-DE"/>
              <a:t/>
            </a:fld>
            <a:endParaRPr lang="en-US"/>
          </a:p>
        </p:txBody>
      </p:sp>
      <p:sp>
        <p:nvSpPr>
          <p:cNvPr id="1852245888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504407100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7FE8601D-B8A4-13E0-6CCA-F78C01DC146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005910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898627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4307176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446805414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1631C58E-01E2-036D-EEF7-6AAEF135A2CF}" type="datetime1">
              <a:rPr lang="de-DE"/>
              <a:t/>
            </a:fld>
            <a:endParaRPr lang="en-US"/>
          </a:p>
        </p:txBody>
      </p:sp>
      <p:sp>
        <p:nvSpPr>
          <p:cNvPr id="500443267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5110338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74D3BA96-E715-6095-90A7-FBB8187DEE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9317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5158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036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6EA9F7-0381-887A-56AE-A391A79C93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484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914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85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B90423-E546-DFCA-4D4A-E1A0B3C378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455201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6326683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9748212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446676274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C284191B-A352-458B-81F0-1FA2149F7941}" type="datetime1">
              <a:rPr lang="de-DE"/>
              <a:t>09.09.2025</a:t>
            </a:fld>
            <a:endParaRPr lang="en-US"/>
          </a:p>
        </p:txBody>
      </p:sp>
      <p:sp>
        <p:nvSpPr>
          <p:cNvPr id="1579827459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732350511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05DD1DF0-DD4E-4B0C-B0FD-D16D9D2A9750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639256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7023270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672946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353315577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DE38A302-D117-EDC1-E759-D7AAC4005C50}" type="datetime1">
              <a:rPr lang="de-DE"/>
              <a:t/>
            </a:fld>
            <a:endParaRPr lang="en-US"/>
          </a:p>
        </p:txBody>
      </p:sp>
      <p:sp>
        <p:nvSpPr>
          <p:cNvPr id="959004656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676224445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B2A1DC6A-A142-FCF9-DBEE-C8F3472C0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456360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94114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7356705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200130580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9E1F441F-7853-A497-4FA7-312521A9B07A}" type="datetime1">
              <a:rPr lang="de-DE"/>
              <a:t/>
            </a:fld>
            <a:endParaRPr lang="en-US"/>
          </a:p>
        </p:txBody>
      </p:sp>
      <p:sp>
        <p:nvSpPr>
          <p:cNvPr id="1354821341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610421528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AE696F38-35EB-8302-344B-666A20FFD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272002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327585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7210235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229380059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ECC0ADA6-C8C2-2B71-80DC-B4B2B21AE2D3}" type="datetime1">
              <a:rPr lang="de-DE"/>
              <a:t/>
            </a:fld>
            <a:endParaRPr lang="en-US"/>
          </a:p>
        </p:txBody>
      </p:sp>
      <p:sp>
        <p:nvSpPr>
          <p:cNvPr id="2013903190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859715381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69BA8041-5F62-49E8-90FE-BF4C8C1A26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71345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8947110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8105646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382067103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A0CCD739-D994-9374-180B-19A57AFF1C0F}" type="datetime1">
              <a:rPr lang="de-DE"/>
              <a:t/>
            </a:fld>
            <a:endParaRPr lang="en-US"/>
          </a:p>
        </p:txBody>
      </p:sp>
      <p:sp>
        <p:nvSpPr>
          <p:cNvPr id="275594205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845068158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782ACE85-2709-9B75-3ECF-0F15B0EA9C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36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055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946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DB5D7C-A74F-9C44-4D7B-EC758D4E46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640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898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05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2C8F-6FAF-1667-3B14-0D955C2CB3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570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2368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17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63ADD2-C022-DBEA-CC39-D58014D25E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105706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1913410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6641234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275508288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C3E71E59-EFAC-0DA9-0565-D7DC6E65B58B}" type="datetime1">
              <a:rPr lang="de-DE"/>
              <a:t/>
            </a:fld>
            <a:endParaRPr lang="en-US"/>
          </a:p>
        </p:txBody>
      </p:sp>
      <p:sp>
        <p:nvSpPr>
          <p:cNvPr id="486682271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562545412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DF71CF5B-DCA3-7900-D60F-EC42BDA9CDE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51122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9845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4113652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574563667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2FEB9417-61AE-686B-F533-DEF6E59D1812}" type="datetime1">
              <a:rPr lang="de-DE"/>
              <a:t/>
            </a:fld>
            <a:endParaRPr lang="en-US"/>
          </a:p>
        </p:txBody>
      </p:sp>
      <p:sp>
        <p:nvSpPr>
          <p:cNvPr id="608482967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055990965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67C02B1D-8134-D3D9-AF1E-0D6CC3E29C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59774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82128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6273972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2147175307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A8931FD6-F1B9-64C0-9060-85A327FF8842}" type="datetime1">
              <a:rPr lang="de-DE"/>
              <a:t/>
            </a:fld>
            <a:endParaRPr lang="en-US"/>
          </a:p>
        </p:txBody>
      </p:sp>
      <p:sp>
        <p:nvSpPr>
          <p:cNvPr id="1040275296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2085622893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1E10F73B-FD20-0979-269F-5BF65665C1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409950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0980160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6439615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271724611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02934633-F04B-4627-CA92-4B0D664F6054}" type="datetime1">
              <a:rPr lang="de-DE"/>
              <a:t/>
            </a:fld>
            <a:endParaRPr lang="en-US"/>
          </a:p>
        </p:txBody>
      </p:sp>
      <p:sp>
        <p:nvSpPr>
          <p:cNvPr id="270623486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746123478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CDC88698-A2CD-02C5-B7D0-9DE1872DE9A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056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54197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7921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B71DE6-A045-71CF-99B2-2814B00631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88525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721857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8947536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278878114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78DD1182-248A-865E-7CE1-ECB526D0CE21}" type="datetime1">
              <a:rPr lang="de-DE"/>
              <a:t/>
            </a:fld>
            <a:endParaRPr lang="en-US"/>
          </a:p>
        </p:txBody>
      </p:sp>
      <p:sp>
        <p:nvSpPr>
          <p:cNvPr id="1866011477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452994997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8A7B5E6F-3D03-97B0-65B7-DB367B7C670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822969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2879340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1376301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811245075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51C5D19B-611F-6775-8577-330966C279E4}" type="datetime1">
              <a:rPr lang="de-DE"/>
              <a:t/>
            </a:fld>
            <a:endParaRPr lang="en-US"/>
          </a:p>
        </p:txBody>
      </p:sp>
      <p:sp>
        <p:nvSpPr>
          <p:cNvPr id="1786957281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942453351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3824A8D4-1BE2-011D-F2DB-047FBF6051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525048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2194515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1100894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413939487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E3301EAF-A92F-93F7-53C2-3F855CBDBEFF}" type="datetime1">
              <a:rPr lang="de-DE"/>
              <a:t/>
            </a:fld>
            <a:endParaRPr lang="en-US"/>
          </a:p>
        </p:txBody>
      </p:sp>
      <p:sp>
        <p:nvSpPr>
          <p:cNvPr id="1065831878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716426661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17F788DE-C2A5-5332-8D5F-5D706A22F4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149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7703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9123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44D912-F23D-604A-ECA6-4323DD9DD2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0408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0426729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513988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221102484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192B6BA6-32C8-54E5-EFA2-AEB569A11767}" type="datetime1">
              <a:rPr lang="de-DE"/>
              <a:t/>
            </a:fld>
            <a:endParaRPr lang="en-US"/>
          </a:p>
        </p:txBody>
      </p:sp>
      <p:sp>
        <p:nvSpPr>
          <p:cNvPr id="747629055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47703622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7FD20ACA-41B5-A0CB-41CF-1C58AD43165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869341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2966647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5250998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286003675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DA7614A1-0412-E415-B339-F90E467A1578}" type="datetime1">
              <a:rPr lang="de-DE"/>
              <a:t/>
            </a:fld>
            <a:endParaRPr lang="en-US"/>
          </a:p>
        </p:txBody>
      </p:sp>
      <p:sp>
        <p:nvSpPr>
          <p:cNvPr id="2111218079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401759821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5D16369C-FED4-3C8E-00CC-FC3B1578A5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653449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6149142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4801231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814502803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B456A3F1-46BC-5357-0990-359BC8987BE6}" type="datetime1">
              <a:rPr lang="de-DE"/>
              <a:t/>
            </a:fld>
            <a:endParaRPr lang="en-US"/>
          </a:p>
        </p:txBody>
      </p:sp>
      <p:sp>
        <p:nvSpPr>
          <p:cNvPr id="1970978826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242242292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BFA18660-E964-FED9-56CC-2BD817C2E20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89515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3824703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4674200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881352200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144BAC11-B45C-1E41-2BD6-04CB93C68D72}" type="datetime1">
              <a:rPr lang="de-DE"/>
              <a:t/>
            </a:fld>
            <a:endParaRPr lang="en-US"/>
          </a:p>
        </p:txBody>
      </p:sp>
      <p:sp>
        <p:nvSpPr>
          <p:cNvPr id="186813568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134348615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696818CB-0C40-D82D-D597-CFE48F0614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2998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1432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38571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D05D37-117F-D150-64B3-0EA129405A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294908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4148879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4633218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870987111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AA4DBF11-B142-850F-024A-957DFBC8FC45}" type="datetime1">
              <a:rPr lang="de-DE"/>
              <a:t/>
            </a:fld>
            <a:endParaRPr lang="en-US"/>
          </a:p>
        </p:txBody>
      </p:sp>
      <p:sp>
        <p:nvSpPr>
          <p:cNvPr id="1803157113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798187380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E34FFB1B-D18E-F80B-E851-AFEEC1FA62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81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8718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382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D676CD-0852-D666-99CA-A35CE52337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987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6438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0832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761D0E-E6DA-0B25-4802-83B21BD724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951719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658064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283679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358495648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DDE77A38-40E1-9B28-0D73-A56D151FA289}" type="datetime1">
              <a:rPr lang="de-DE"/>
              <a:t/>
            </a:fld>
            <a:endParaRPr lang="en-US"/>
          </a:p>
        </p:txBody>
      </p:sp>
      <p:sp>
        <p:nvSpPr>
          <p:cNvPr id="2126928892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818615952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6DF40FFE-5FE4-EA9A-956C-93DD5B08FE5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755839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0813478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6977930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859782977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83FC3B9B-5B4B-F11F-AD88-A12A44F8E0A2}" type="datetime1">
              <a:rPr lang="de-DE"/>
              <a:t/>
            </a:fld>
            <a:endParaRPr lang="en-US"/>
          </a:p>
        </p:txBody>
      </p:sp>
      <p:sp>
        <p:nvSpPr>
          <p:cNvPr id="2043110067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34569072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E959F70C-0CA6-092F-07E6-C44C18AF32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134606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4293500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4914402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408400279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C334864F-A6DD-CF3A-C319-CEA33FDDEEB5}" type="datetime1">
              <a:rPr lang="de-DE"/>
              <a:t/>
            </a:fld>
            <a:endParaRPr lang="en-US"/>
          </a:p>
        </p:txBody>
      </p:sp>
      <p:sp>
        <p:nvSpPr>
          <p:cNvPr id="26161015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088549659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0F589DB8-3ACF-D472-70A0-65BF7092F2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506306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2586658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3708173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240439132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D230BAE5-B45D-6DA0-D6B9-CA8FB16E3C52}" type="datetime1">
              <a:rPr lang="de-DE"/>
              <a:t/>
            </a:fld>
            <a:endParaRPr lang="en-US"/>
          </a:p>
        </p:txBody>
      </p:sp>
      <p:sp>
        <p:nvSpPr>
          <p:cNvPr id="1386086670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463945310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0FC03134-E515-B744-4BEC-C4E7314058C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814055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6800151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6035265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211404051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93C37027-9F3B-6BC8-4EB8-7089E4021B52}" type="datetime1">
              <a:rPr lang="de-DE"/>
              <a:t/>
            </a:fld>
            <a:endParaRPr lang="en-US"/>
          </a:p>
        </p:txBody>
      </p:sp>
      <p:sp>
        <p:nvSpPr>
          <p:cNvPr id="1764367974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002491242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CD3DCF42-6127-94F2-6722-84F5CB4F5E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198885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202483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327817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626068448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7422330A-72AA-BFE1-EABB-989290EA5C25}" type="datetime1">
              <a:rPr lang="de-DE"/>
              <a:t/>
            </a:fld>
            <a:endParaRPr lang="en-US"/>
          </a:p>
        </p:txBody>
      </p:sp>
      <p:sp>
        <p:nvSpPr>
          <p:cNvPr id="691009095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957223939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E8FAFFDF-F2B1-B07B-2DF0-C042C7F9027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818040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9358484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9773364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404929521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F9A85D27-87F2-9221-9E4F-3EE22B7C1A7E}" type="datetime1">
              <a:rPr lang="de-DE"/>
              <a:t/>
            </a:fld>
            <a:endParaRPr lang="en-US"/>
          </a:p>
        </p:txBody>
      </p:sp>
      <p:sp>
        <p:nvSpPr>
          <p:cNvPr id="302114205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126622005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5234ACAE-4390-B84B-66F8-A1073DB0071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488088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5236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2819450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255182306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A3516E49-20B2-33B1-4DB8-CF3C6B6C1431}" type="datetime1">
              <a:rPr lang="de-DE"/>
              <a:t/>
            </a:fld>
            <a:endParaRPr lang="en-US"/>
          </a:p>
        </p:txBody>
      </p:sp>
      <p:sp>
        <p:nvSpPr>
          <p:cNvPr id="536970131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2137422234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2B9DCEC3-A552-57BD-14FE-F259464676F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733861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2400908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3789758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418367722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3445446C-81C7-8D95-87CF-74A7433D1F54}" type="datetime1">
              <a:rPr lang="de-DE"/>
              <a:t/>
            </a:fld>
            <a:endParaRPr lang="en-US"/>
          </a:p>
        </p:txBody>
      </p:sp>
      <p:sp>
        <p:nvSpPr>
          <p:cNvPr id="1166150207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2027868014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F75136B6-5A73-F438-51E1-6C9DD245F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645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7914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7003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3496DB-71E2-5E4B-506D-79117F37B0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353651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0538501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794120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61010030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7A6E9660-F6B6-A47F-0A02-F0CD6FF8AF38}" type="datetime1">
              <a:rPr lang="de-DE"/>
              <a:t/>
            </a:fld>
            <a:endParaRPr lang="en-US"/>
          </a:p>
        </p:txBody>
      </p:sp>
      <p:sp>
        <p:nvSpPr>
          <p:cNvPr id="1680848831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62073648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F8C6AF28-56C7-41D3-CA6D-F4494B1C3C9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938357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9236857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2638747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901689288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BDFB081F-416C-6A73-E4E3-C19E63C676E2}" type="datetime1">
              <a:rPr lang="de-DE"/>
              <a:t/>
            </a:fld>
            <a:endParaRPr lang="en-US"/>
          </a:p>
        </p:txBody>
      </p:sp>
      <p:sp>
        <p:nvSpPr>
          <p:cNvPr id="1684946147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742085085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E6D76407-965F-35C7-7DC3-7F60E05E43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54458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722198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2619830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115273031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823208A7-1C9C-D0B4-FB0B-C34101934688}" type="datetime1">
              <a:rPr lang="de-DE"/>
              <a:t/>
            </a:fld>
            <a:endParaRPr lang="en-US"/>
          </a:p>
        </p:txBody>
      </p:sp>
      <p:sp>
        <p:nvSpPr>
          <p:cNvPr id="816982781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316442240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E9C7E9EE-7187-BADD-E7E6-C3CBFB1627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781757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4018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1205854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985889076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7A5F23D5-BDD4-AC71-5782-DEAE17D3B68C}" type="datetime1">
              <a:rPr lang="de-DE"/>
              <a:t/>
            </a:fld>
            <a:endParaRPr lang="en-US"/>
          </a:p>
        </p:txBody>
      </p:sp>
      <p:sp>
        <p:nvSpPr>
          <p:cNvPr id="1584535412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952255152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BE19E1FB-E316-3415-BF05-560DC0B2A09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80104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163247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649288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480634145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F95C5556-6128-11D1-D4F1-57979E3F2988}" type="datetime1">
              <a:rPr lang="de-DE"/>
              <a:t/>
            </a:fld>
            <a:endParaRPr lang="en-US"/>
          </a:p>
        </p:txBody>
      </p:sp>
      <p:sp>
        <p:nvSpPr>
          <p:cNvPr id="611463800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1213677374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0C0D0317-4303-49FD-6E3E-91B0D96F0EC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669619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2497370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7809905" name="Kopfzeilenplatzhalter 3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Titel der Präsentation</a:t>
            </a:r>
            <a:endParaRPr/>
          </a:p>
        </p:txBody>
      </p:sp>
      <p:sp>
        <p:nvSpPr>
          <p:cNvPr id="433332638" name="Datumsplatzhalter 4"/>
          <p:cNvSpPr>
            <a:spLocks noGrp="1"/>
          </p:cNvSpPr>
          <p:nvPr>
            <p:ph type="dt" idx="11"/>
          </p:nvPr>
        </p:nvSpPr>
        <p:spPr bwMode="auto"/>
        <p:txBody>
          <a:bodyPr/>
          <a:lstStyle/>
          <a:p>
            <a:pPr>
              <a:defRPr/>
            </a:pPr>
            <a:fld id="{9EE7DEFA-67E2-B7BF-20D1-9B9C2BAE8C90}" type="datetime1">
              <a:rPr lang="de-DE"/>
              <a:t/>
            </a:fld>
            <a:endParaRPr lang="en-US"/>
          </a:p>
        </p:txBody>
      </p:sp>
      <p:sp>
        <p:nvSpPr>
          <p:cNvPr id="1144455120" name="Fußzeilenplatzhalter 5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Universität Stuttgart</a:t>
            </a:r>
            <a:endParaRPr lang="en-US"/>
          </a:p>
        </p:txBody>
      </p:sp>
      <p:sp>
        <p:nvSpPr>
          <p:cNvPr id="521951053" name="Foliennummernplatzhalter 6"/>
          <p:cNvSpPr>
            <a:spLocks noGrp="1"/>
          </p:cNvSpPr>
          <p:nvPr>
            <p:ph type="sldNum" sz="quarter" idx="13"/>
          </p:nvPr>
        </p:nvSpPr>
        <p:spPr bwMode="auto"/>
        <p:txBody>
          <a:bodyPr/>
          <a:lstStyle/>
          <a:p>
            <a:pPr>
              <a:defRPr/>
            </a:pPr>
            <a:fld id="{14E27658-CF47-EB41-842B-191F303A58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616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4851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932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8ABF9D-37EE-C4A4-BE24-E84672E72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1595846" name="Grafik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02988" y="268958"/>
            <a:ext cx="2136071" cy="431998"/>
          </a:xfrm>
          <a:prstGeom prst="rect">
            <a:avLst/>
          </a:prstGeom>
        </p:spPr>
      </p:pic>
      <p:pic>
        <p:nvPicPr>
          <p:cNvPr id="1957672616" name="Grafik 7"/>
          <p:cNvPicPr>
            <a:picLocks noChangeAspect="1"/>
          </p:cNvPicPr>
          <p:nvPr userDrawn="1"/>
        </p:nvPicPr>
        <p:blipFill rotWithShape="1">
          <a:blip r:embed="rId3"/>
          <a:srcRect l="23763" t="1" r="0" b="-1"/>
          <a:stretch/>
        </p:blipFill>
        <p:spPr bwMode="auto">
          <a:xfrm>
            <a:off x="910588" y="580838"/>
            <a:ext cx="1628471" cy="168351"/>
          </a:xfrm>
          <a:prstGeom prst="rect">
            <a:avLst/>
          </a:prstGeom>
        </p:spPr>
      </p:pic>
      <p:sp>
        <p:nvSpPr>
          <p:cNvPr id="1500853610" name="Bildplatzhalter 8"/>
          <p:cNvSpPr>
            <a:spLocks noGrp="1"/>
          </p:cNvSpPr>
          <p:nvPr>
            <p:ph type="pic" sz="quarter" idx="10"/>
          </p:nvPr>
        </p:nvSpPr>
        <p:spPr bwMode="auto">
          <a:xfrm>
            <a:off x="0" y="1266840"/>
            <a:ext cx="9144000" cy="38766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340879568" name="Titel 2"/>
          <p:cNvSpPr>
            <a:spLocks noGrp="1"/>
          </p:cNvSpPr>
          <p:nvPr>
            <p:ph type="title" hasCustomPrompt="1"/>
          </p:nvPr>
        </p:nvSpPr>
        <p:spPr bwMode="auto">
          <a:xfrm>
            <a:off x="4750522" y="449460"/>
            <a:ext cx="4140000" cy="4140000"/>
          </a:xfrm>
          <a:prstGeom prst="ellipse">
            <a:avLst/>
          </a:prstGeom>
          <a:solidFill>
            <a:schemeClr val="tx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>
                <a:solidFill>
                  <a:schemeClr val="bg1"/>
                </a:solidFill>
              </a:defRPr>
            </a:lvl1pPr>
          </a:lstStyle>
          <a:p>
            <a:pPr marL="0" lvl="0" indent="0">
              <a:defRPr/>
            </a:pPr>
            <a:r>
              <a:rPr lang="de-DE"/>
              <a:t>Barrierefreier  Titel – Text durch Klicken </a:t>
            </a:r>
            <a:br>
              <a:rPr lang="de-DE"/>
            </a:br>
            <a:r>
              <a:rPr lang="de-DE"/>
              <a:t>hinzufügen</a:t>
            </a:r>
            <a:endParaRPr lang="en-GB"/>
          </a:p>
        </p:txBody>
      </p:sp>
      <p:sp>
        <p:nvSpPr>
          <p:cNvPr id="1229700310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89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pPr>
              <a:defRPr/>
            </a:pPr>
            <a:r>
              <a:rPr lang="de-DE"/>
              <a:t>Untertitel Text durch Klicken hinzufügen</a:t>
            </a:r>
            <a:endParaRPr lang="de-DE"/>
          </a:p>
        </p:txBody>
      </p:sp>
      <p:sp>
        <p:nvSpPr>
          <p:cNvPr id="918833096" name="Textplatzhalter 10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7323010" y="359586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Vorname </a:t>
            </a:r>
            <a:br>
              <a:rPr lang="de-DE"/>
            </a:br>
            <a:r>
              <a:rPr lang="de-DE"/>
              <a:t>Name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Barrierefrei bla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5098762" name="Grafik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02988" y="268958"/>
            <a:ext cx="2136071" cy="431998"/>
          </a:xfrm>
          <a:prstGeom prst="rect">
            <a:avLst/>
          </a:prstGeom>
        </p:spPr>
      </p:pic>
      <p:pic>
        <p:nvPicPr>
          <p:cNvPr id="492799353" name="Grafik 7"/>
          <p:cNvPicPr>
            <a:picLocks noChangeAspect="1"/>
          </p:cNvPicPr>
          <p:nvPr userDrawn="1"/>
        </p:nvPicPr>
        <p:blipFill rotWithShape="1">
          <a:blip r:embed="rId3"/>
          <a:srcRect l="23763" t="1" r="0" b="-1"/>
          <a:stretch/>
        </p:blipFill>
        <p:spPr bwMode="auto">
          <a:xfrm>
            <a:off x="910588" y="580838"/>
            <a:ext cx="1628471" cy="168351"/>
          </a:xfrm>
          <a:prstGeom prst="rect">
            <a:avLst/>
          </a:prstGeom>
        </p:spPr>
      </p:pic>
      <p:sp>
        <p:nvSpPr>
          <p:cNvPr id="157085391" name="Bildplatzhalter 8"/>
          <p:cNvSpPr>
            <a:spLocks noGrp="1"/>
          </p:cNvSpPr>
          <p:nvPr>
            <p:ph type="pic" sz="quarter" idx="10"/>
          </p:nvPr>
        </p:nvSpPr>
        <p:spPr bwMode="auto">
          <a:xfrm>
            <a:off x="0" y="1266840"/>
            <a:ext cx="9144000" cy="38766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73263437" name="Titel 2"/>
          <p:cNvSpPr>
            <a:spLocks noGrp="1"/>
          </p:cNvSpPr>
          <p:nvPr>
            <p:ph type="title" hasCustomPrompt="1"/>
          </p:nvPr>
        </p:nvSpPr>
        <p:spPr bwMode="auto">
          <a:xfrm>
            <a:off x="4750522" y="449460"/>
            <a:ext cx="4140000" cy="4140000"/>
          </a:xfrm>
          <a:prstGeom prst="ellipse">
            <a:avLst/>
          </a:prstGeom>
          <a:solidFill>
            <a:schemeClr val="accent2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>
                <a:solidFill>
                  <a:schemeClr val="bg1"/>
                </a:solidFill>
              </a:defRPr>
            </a:lvl1pPr>
          </a:lstStyle>
          <a:p>
            <a:pPr marL="0" lvl="0" indent="0">
              <a:defRPr/>
            </a:pPr>
            <a:r>
              <a:rPr lang="de-DE"/>
              <a:t>Barrierefreier  Titel – Text durch Klicken </a:t>
            </a:r>
            <a:br>
              <a:rPr lang="de-DE"/>
            </a:br>
            <a:r>
              <a:rPr lang="de-DE"/>
              <a:t>hinzufügen</a:t>
            </a:r>
            <a:endParaRPr lang="en-GB"/>
          </a:p>
        </p:txBody>
      </p:sp>
      <p:sp>
        <p:nvSpPr>
          <p:cNvPr id="155852605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89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pPr>
              <a:defRPr/>
            </a:pPr>
            <a:r>
              <a:rPr lang="de-DE"/>
              <a:t>Untertitel Text durch Klicken hinzufügen</a:t>
            </a:r>
            <a:endParaRPr lang="de-DE"/>
          </a:p>
        </p:txBody>
      </p:sp>
      <p:sp>
        <p:nvSpPr>
          <p:cNvPr id="826161122" name="Textplatzhalter 10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7323010" y="359586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Vorname </a:t>
            </a:r>
            <a:br>
              <a:rPr lang="de-DE"/>
            </a:br>
            <a:r>
              <a:rPr lang="de-DE"/>
              <a:t>Name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Barrierefrei hellbla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7739457" name="Grafik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02988" y="268958"/>
            <a:ext cx="2136071" cy="431998"/>
          </a:xfrm>
          <a:prstGeom prst="rect">
            <a:avLst/>
          </a:prstGeom>
        </p:spPr>
      </p:pic>
      <p:pic>
        <p:nvPicPr>
          <p:cNvPr id="1294438551" name="Grafik 7"/>
          <p:cNvPicPr>
            <a:picLocks noChangeAspect="1"/>
          </p:cNvPicPr>
          <p:nvPr userDrawn="1"/>
        </p:nvPicPr>
        <p:blipFill rotWithShape="1">
          <a:blip r:embed="rId3"/>
          <a:srcRect l="23763" t="1" r="0" b="-1"/>
          <a:stretch/>
        </p:blipFill>
        <p:spPr bwMode="auto">
          <a:xfrm>
            <a:off x="910588" y="580838"/>
            <a:ext cx="1628471" cy="168351"/>
          </a:xfrm>
          <a:prstGeom prst="rect">
            <a:avLst/>
          </a:prstGeom>
        </p:spPr>
      </p:pic>
      <p:sp>
        <p:nvSpPr>
          <p:cNvPr id="1204261451" name="Bildplatzhalter 8"/>
          <p:cNvSpPr>
            <a:spLocks noGrp="1"/>
          </p:cNvSpPr>
          <p:nvPr>
            <p:ph type="pic" sz="quarter" idx="10"/>
          </p:nvPr>
        </p:nvSpPr>
        <p:spPr bwMode="auto">
          <a:xfrm>
            <a:off x="0" y="1266840"/>
            <a:ext cx="9144000" cy="38766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58656821" name="Titel 2"/>
          <p:cNvSpPr>
            <a:spLocks noGrp="1"/>
          </p:cNvSpPr>
          <p:nvPr>
            <p:ph type="title" hasCustomPrompt="1"/>
          </p:nvPr>
        </p:nvSpPr>
        <p:spPr bwMode="auto">
          <a:xfrm>
            <a:off x="4750522" y="449460"/>
            <a:ext cx="4140000" cy="41400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pPr marL="0" lvl="0" indent="0">
              <a:defRPr/>
            </a:pPr>
            <a:r>
              <a:rPr lang="de-DE"/>
              <a:t>Barrierefreier  Titel – Text durch Klicken </a:t>
            </a:r>
            <a:br>
              <a:rPr lang="de-DE"/>
            </a:br>
            <a:r>
              <a:rPr lang="de-DE"/>
              <a:t>hinzufügen</a:t>
            </a:r>
            <a:endParaRPr lang="en-GB"/>
          </a:p>
        </p:txBody>
      </p:sp>
      <p:sp>
        <p:nvSpPr>
          <p:cNvPr id="766569039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highlight>
                  <a:srgbClr val="000000"/>
                </a:highlight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89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pPr>
              <a:defRPr/>
            </a:pPr>
            <a:r>
              <a:rPr lang="de-DE"/>
              <a:t>Untertitel Text durch Klicken hinzufügen</a:t>
            </a:r>
            <a:endParaRPr lang="de-DE"/>
          </a:p>
        </p:txBody>
      </p:sp>
      <p:sp>
        <p:nvSpPr>
          <p:cNvPr id="1256515172" name="Textplatzhalter 10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7323010" y="359586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Vorname </a:t>
            </a:r>
            <a:br>
              <a:rPr lang="de-DE"/>
            </a:br>
            <a:r>
              <a:rPr lang="de-DE"/>
              <a:t>Name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Institu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8501930" name="Grafik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02988" y="268958"/>
            <a:ext cx="2136071" cy="431998"/>
          </a:xfrm>
          <a:prstGeom prst="rect">
            <a:avLst/>
          </a:prstGeom>
        </p:spPr>
      </p:pic>
      <p:sp>
        <p:nvSpPr>
          <p:cNvPr id="1801653479" name="Bildplatzhalter 8"/>
          <p:cNvSpPr>
            <a:spLocks noGrp="1"/>
          </p:cNvSpPr>
          <p:nvPr>
            <p:ph type="pic" sz="quarter" idx="10"/>
          </p:nvPr>
        </p:nvSpPr>
        <p:spPr bwMode="auto">
          <a:xfrm>
            <a:off x="0" y="1266840"/>
            <a:ext cx="9144000" cy="38766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840082" name="Titel 2"/>
          <p:cNvSpPr>
            <a:spLocks noGrp="1"/>
          </p:cNvSpPr>
          <p:nvPr>
            <p:ph type="title" hasCustomPrompt="1"/>
          </p:nvPr>
        </p:nvSpPr>
        <p:spPr bwMode="auto">
          <a:xfrm>
            <a:off x="4750522" y="449460"/>
            <a:ext cx="4140000" cy="41400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>
                <a:solidFill>
                  <a:schemeClr val="tx1"/>
                </a:solidFill>
              </a:defRPr>
            </a:lvl1pPr>
          </a:lstStyle>
          <a:p>
            <a:pPr marL="0" lvl="0" indent="0">
              <a:defRPr/>
            </a:pPr>
            <a:r>
              <a:rPr lang="de-DE"/>
              <a:t>Titelfolie Institute – Text durch Klicken hinzufügen</a:t>
            </a:r>
            <a:endParaRPr lang="en-GB"/>
          </a:p>
        </p:txBody>
      </p:sp>
      <p:sp>
        <p:nvSpPr>
          <p:cNvPr id="480040228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89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pPr>
              <a:defRPr/>
            </a:pPr>
            <a:r>
              <a:rPr lang="de-DE"/>
              <a:t>Untertitel Text durch Klicken hinzufügen</a:t>
            </a:r>
            <a:endParaRPr lang="de-DE"/>
          </a:p>
        </p:txBody>
      </p:sp>
      <p:sp>
        <p:nvSpPr>
          <p:cNvPr id="106730369" name="Bildplatzhalter 4"/>
          <p:cNvSpPr>
            <a:spLocks noChangeAspect="1" noGrp="1"/>
          </p:cNvSpPr>
          <p:nvPr>
            <p:ph type="pic" sz="quarter" idx="14" hasCustomPrompt="1"/>
          </p:nvPr>
        </p:nvSpPr>
        <p:spPr bwMode="auto">
          <a:xfrm>
            <a:off x="7049409" y="3459060"/>
            <a:ext cx="1548000" cy="15480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sz="900"/>
            </a:lvl1pPr>
          </a:lstStyle>
          <a:p>
            <a:pPr>
              <a:defRPr/>
            </a:pPr>
            <a:r>
              <a:rPr lang="de-DE"/>
              <a:t>Sublogo</a:t>
            </a:r>
            <a:r>
              <a:rPr lang="de-DE"/>
              <a:t> einfügen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Institut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3785331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02988" y="268958"/>
            <a:ext cx="2136071" cy="431998"/>
          </a:xfrm>
          <a:prstGeom prst="rect">
            <a:avLst/>
          </a:prstGeom>
        </p:spPr>
      </p:pic>
      <p:sp>
        <p:nvSpPr>
          <p:cNvPr id="1985168509" name="Textplatzhalt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952454" y="593154"/>
            <a:ext cx="3561913" cy="43508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>
              <a:defRPr/>
            </a:pPr>
            <a:r>
              <a:rPr lang="de-DE"/>
              <a:t>Institutsname max. 2-zeilig, bitte hier klicken und überschreiben</a:t>
            </a:r>
            <a:endParaRPr/>
          </a:p>
        </p:txBody>
      </p:sp>
      <p:sp>
        <p:nvSpPr>
          <p:cNvPr id="1535433084" name="Bildplatzhalter 8"/>
          <p:cNvSpPr>
            <a:spLocks noGrp="1"/>
          </p:cNvSpPr>
          <p:nvPr>
            <p:ph type="pic" sz="quarter" idx="10"/>
          </p:nvPr>
        </p:nvSpPr>
        <p:spPr bwMode="auto">
          <a:xfrm>
            <a:off x="0" y="1266841"/>
            <a:ext cx="9144000" cy="3304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229274826" name="Titel 2"/>
          <p:cNvSpPr>
            <a:spLocks noGrp="1"/>
          </p:cNvSpPr>
          <p:nvPr>
            <p:ph type="title" hasCustomPrompt="1"/>
          </p:nvPr>
        </p:nvSpPr>
        <p:spPr bwMode="auto">
          <a:xfrm>
            <a:off x="5026509" y="488684"/>
            <a:ext cx="3913200" cy="39132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500">
                <a:solidFill>
                  <a:schemeClr val="tx1"/>
                </a:solidFill>
              </a:defRPr>
            </a:lvl1pPr>
          </a:lstStyle>
          <a:p>
            <a:pPr marL="0" lvl="0" indent="0">
              <a:defRPr/>
            </a:pPr>
            <a:r>
              <a:rPr lang="de-DE"/>
              <a:t>Titelfolie 2 Institute – Text durch Klicken hinzufügen</a:t>
            </a:r>
            <a:endParaRPr lang="en-GB"/>
          </a:p>
        </p:txBody>
      </p:sp>
      <p:sp>
        <p:nvSpPr>
          <p:cNvPr id="1675258590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5608865" y="2881993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89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pPr>
              <a:defRPr/>
            </a:pPr>
            <a:r>
              <a:rPr lang="de-DE"/>
              <a:t>Untertitel Text durch Klicken hinzufügen</a:t>
            </a:r>
            <a:endParaRPr lang="de-DE"/>
          </a:p>
        </p:txBody>
      </p:sp>
      <p:sp>
        <p:nvSpPr>
          <p:cNvPr id="16483125" name="Bildplatzhalter 6"/>
          <p:cNvSpPr>
            <a:spLocks noChangeAspect="1" noGrp="1"/>
          </p:cNvSpPr>
          <p:nvPr>
            <p:ph type="pic" sz="quarter" idx="14" hasCustomPrompt="1"/>
          </p:nvPr>
        </p:nvSpPr>
        <p:spPr bwMode="auto">
          <a:xfrm>
            <a:off x="7298630" y="4694760"/>
            <a:ext cx="1415910" cy="330480"/>
          </a:xfrm>
        </p:spPr>
        <p:txBody>
          <a:bodyPr/>
          <a:lstStyle>
            <a:lvl1pPr marL="0" indent="0">
              <a:buFontTx/>
              <a:buNone/>
              <a:defRPr sz="1100"/>
            </a:lvl1pPr>
          </a:lstStyle>
          <a:p>
            <a:pPr>
              <a:defRPr/>
            </a:pPr>
            <a:r>
              <a:rPr lang="de-DE"/>
              <a:t>Sublogo</a:t>
            </a:r>
            <a:r>
              <a:rPr lang="de-DE"/>
              <a:t> einfügen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91840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184925261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</a:lstStyle>
          <a:p>
            <a:pPr lvl="0">
              <a:defRPr/>
            </a:pPr>
            <a:r>
              <a:rPr lang="de-DE"/>
              <a:t>Untertitel durch Klicken bearbeiten</a:t>
            </a:r>
            <a:endParaRPr/>
          </a:p>
        </p:txBody>
      </p:sp>
      <p:sp>
        <p:nvSpPr>
          <p:cNvPr id="17434343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337497158" name="Datumsplatzhalter 6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1004836660" name="Fußzeilenplatzhalter 7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927416003" name="Foliennummernplatzhalter 9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2zeilig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25546" name="Titel 1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1588308503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</a:lstStyle>
          <a:p>
            <a:pPr lvl="0">
              <a:defRPr/>
            </a:pPr>
            <a:r>
              <a:rPr lang="de-DE"/>
              <a:t>Untertitel durch Klicken bearbeiten</a:t>
            </a:r>
            <a:endParaRPr/>
          </a:p>
        </p:txBody>
      </p:sp>
      <p:sp>
        <p:nvSpPr>
          <p:cNvPr id="1706330606" name="Content Placeholder 2"/>
          <p:cNvSpPr>
            <a:spLocks noGrp="1"/>
          </p:cNvSpPr>
          <p:nvPr>
            <p:ph idx="1"/>
          </p:nvPr>
        </p:nvSpPr>
        <p:spPr bwMode="auto">
          <a:xfrm>
            <a:off x="468316" y="1008000"/>
            <a:ext cx="8243887" cy="3706384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365463984" name="Datumsplatzhalter 1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927703990" name="Fußzeilenplatzhalter 6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547022821" name="Foliennummernplatzhalter 7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Kapitel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354740" name="Freihandform: Form 8"/>
          <p:cNvSpPr/>
          <p:nvPr userDrawn="1"/>
        </p:nvSpPr>
        <p:spPr bwMode="auto">
          <a:xfrm>
            <a:off x="1279949" y="0"/>
            <a:ext cx="6543725" cy="3533140"/>
          </a:xfrm>
          <a:custGeom>
            <a:avLst/>
            <a:gdLst>
              <a:gd name="connsiteX0" fmla="*/ 10560 w 6543725"/>
              <a:gd name="connsiteY0" fmla="*/ 0 h 3533140"/>
              <a:gd name="connsiteX1" fmla="*/ 6533165 w 6543725"/>
              <a:gd name="connsiteY1" fmla="*/ 0 h 3533140"/>
              <a:gd name="connsiteX2" fmla="*/ 6543725 w 6543725"/>
              <a:gd name="connsiteY2" fmla="*/ 261277 h 3533140"/>
              <a:gd name="connsiteX3" fmla="*/ 6532879 w 6543725"/>
              <a:gd name="connsiteY3" fmla="*/ 529622 h 3533140"/>
              <a:gd name="connsiteX4" fmla="*/ 6500902 w 6543725"/>
              <a:gd name="connsiteY4" fmla="*/ 791992 h 3533140"/>
              <a:gd name="connsiteX5" fmla="*/ 6448637 w 6543725"/>
              <a:gd name="connsiteY5" fmla="*/ 1047546 h 3533140"/>
              <a:gd name="connsiteX6" fmla="*/ 6376924 w 6543725"/>
              <a:gd name="connsiteY6" fmla="*/ 1295442 h 3533140"/>
              <a:gd name="connsiteX7" fmla="*/ 6286607 w 6543725"/>
              <a:gd name="connsiteY7" fmla="*/ 1534837 h 3533140"/>
              <a:gd name="connsiteX8" fmla="*/ 6178527 w 6543725"/>
              <a:gd name="connsiteY8" fmla="*/ 1764890 h 3533140"/>
              <a:gd name="connsiteX9" fmla="*/ 6053527 w 6543725"/>
              <a:gd name="connsiteY9" fmla="*/ 1984758 h 3533140"/>
              <a:gd name="connsiteX10" fmla="*/ 5912448 w 6543725"/>
              <a:gd name="connsiteY10" fmla="*/ 2193600 h 3533140"/>
              <a:gd name="connsiteX11" fmla="*/ 5756132 w 6543725"/>
              <a:gd name="connsiteY11" fmla="*/ 2390573 h 3533140"/>
              <a:gd name="connsiteX12" fmla="*/ 5585421 w 6543725"/>
              <a:gd name="connsiteY12" fmla="*/ 2574836 h 3533140"/>
              <a:gd name="connsiteX13" fmla="*/ 5401159 w 6543725"/>
              <a:gd name="connsiteY13" fmla="*/ 2745547 h 3533140"/>
              <a:gd name="connsiteX14" fmla="*/ 5204185 w 6543725"/>
              <a:gd name="connsiteY14" fmla="*/ 2901862 h 3533140"/>
              <a:gd name="connsiteX15" fmla="*/ 4995343 w 6543725"/>
              <a:gd name="connsiteY15" fmla="*/ 3042941 h 3533140"/>
              <a:gd name="connsiteX16" fmla="*/ 4775475 w 6543725"/>
              <a:gd name="connsiteY16" fmla="*/ 3167942 h 3533140"/>
              <a:gd name="connsiteX17" fmla="*/ 4545422 w 6543725"/>
              <a:gd name="connsiteY17" fmla="*/ 3276022 h 3533140"/>
              <a:gd name="connsiteX18" fmla="*/ 4306027 w 6543725"/>
              <a:gd name="connsiteY18" fmla="*/ 3366339 h 3533140"/>
              <a:gd name="connsiteX19" fmla="*/ 4058131 w 6543725"/>
              <a:gd name="connsiteY19" fmla="*/ 3438051 h 3533140"/>
              <a:gd name="connsiteX20" fmla="*/ 3802577 w 6543725"/>
              <a:gd name="connsiteY20" fmla="*/ 3490317 h 3533140"/>
              <a:gd name="connsiteX21" fmla="*/ 3540207 w 6543725"/>
              <a:gd name="connsiteY21" fmla="*/ 3522294 h 3533140"/>
              <a:gd name="connsiteX22" fmla="*/ 3271862 w 6543725"/>
              <a:gd name="connsiteY22" fmla="*/ 3533140 h 3533140"/>
              <a:gd name="connsiteX23" fmla="*/ 3003520 w 6543725"/>
              <a:gd name="connsiteY23" fmla="*/ 3522294 h 3533140"/>
              <a:gd name="connsiteX24" fmla="*/ 2741151 w 6543725"/>
              <a:gd name="connsiteY24" fmla="*/ 3490317 h 3533140"/>
              <a:gd name="connsiteX25" fmla="*/ 2485598 w 6543725"/>
              <a:gd name="connsiteY25" fmla="*/ 3438051 h 3533140"/>
              <a:gd name="connsiteX26" fmla="*/ 2237703 w 6543725"/>
              <a:gd name="connsiteY26" fmla="*/ 3366339 h 3533140"/>
              <a:gd name="connsiteX27" fmla="*/ 1998308 w 6543725"/>
              <a:gd name="connsiteY27" fmla="*/ 3276022 h 3533140"/>
              <a:gd name="connsiteX28" fmla="*/ 1768256 w 6543725"/>
              <a:gd name="connsiteY28" fmla="*/ 3167942 h 3533140"/>
              <a:gd name="connsiteX29" fmla="*/ 1548387 w 6543725"/>
              <a:gd name="connsiteY29" fmla="*/ 3042941 h 3533140"/>
              <a:gd name="connsiteX30" fmla="*/ 1339545 w 6543725"/>
              <a:gd name="connsiteY30" fmla="*/ 2901862 h 3533140"/>
              <a:gd name="connsiteX31" fmla="*/ 1142571 w 6543725"/>
              <a:gd name="connsiteY31" fmla="*/ 2745547 h 3533140"/>
              <a:gd name="connsiteX32" fmla="*/ 958308 w 6543725"/>
              <a:gd name="connsiteY32" fmla="*/ 2574836 h 3533140"/>
              <a:gd name="connsiteX33" fmla="*/ 787597 w 6543725"/>
              <a:gd name="connsiteY33" fmla="*/ 2390573 h 3533140"/>
              <a:gd name="connsiteX34" fmla="*/ 631281 w 6543725"/>
              <a:gd name="connsiteY34" fmla="*/ 2193600 h 3533140"/>
              <a:gd name="connsiteX35" fmla="*/ 490201 w 6543725"/>
              <a:gd name="connsiteY35" fmla="*/ 1984758 h 3533140"/>
              <a:gd name="connsiteX36" fmla="*/ 365200 w 6543725"/>
              <a:gd name="connsiteY36" fmla="*/ 1764890 h 3533140"/>
              <a:gd name="connsiteX37" fmla="*/ 257120 w 6543725"/>
              <a:gd name="connsiteY37" fmla="*/ 1534837 h 3533140"/>
              <a:gd name="connsiteX38" fmla="*/ 166802 w 6543725"/>
              <a:gd name="connsiteY38" fmla="*/ 1295442 h 3533140"/>
              <a:gd name="connsiteX39" fmla="*/ 95089 w 6543725"/>
              <a:gd name="connsiteY39" fmla="*/ 1047546 h 3533140"/>
              <a:gd name="connsiteX40" fmla="*/ 42823 w 6543725"/>
              <a:gd name="connsiteY40" fmla="*/ 791992 h 3533140"/>
              <a:gd name="connsiteX41" fmla="*/ 10846 w 6543725"/>
              <a:gd name="connsiteY41" fmla="*/ 529622 h 3533140"/>
              <a:gd name="connsiteX42" fmla="*/ 0 w 6543725"/>
              <a:gd name="connsiteY42" fmla="*/ 261277 h 3533140"/>
              <a:gd name="connsiteX43" fmla="*/ 10560 w 6543725"/>
              <a:gd name="connsiteY43" fmla="*/ 0 h 353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543725" h="3533140" fill="norm" stroke="1" extrusionOk="0">
                <a:moveTo>
                  <a:pt x="10560" y="0"/>
                </a:moveTo>
                <a:lnTo>
                  <a:pt x="6533165" y="0"/>
                </a:lnTo>
                <a:lnTo>
                  <a:pt x="6543725" y="261277"/>
                </a:lnTo>
                <a:lnTo>
                  <a:pt x="6532879" y="529622"/>
                </a:lnTo>
                <a:lnTo>
                  <a:pt x="6500902" y="791992"/>
                </a:lnTo>
                <a:lnTo>
                  <a:pt x="6448637" y="1047546"/>
                </a:lnTo>
                <a:lnTo>
                  <a:pt x="6376924" y="1295442"/>
                </a:lnTo>
                <a:lnTo>
                  <a:pt x="6286607" y="1534837"/>
                </a:lnTo>
                <a:lnTo>
                  <a:pt x="6178527" y="1764890"/>
                </a:lnTo>
                <a:lnTo>
                  <a:pt x="6053527" y="1984758"/>
                </a:lnTo>
                <a:lnTo>
                  <a:pt x="5912448" y="2193600"/>
                </a:lnTo>
                <a:lnTo>
                  <a:pt x="5756132" y="2390573"/>
                </a:lnTo>
                <a:lnTo>
                  <a:pt x="5585421" y="2574836"/>
                </a:lnTo>
                <a:lnTo>
                  <a:pt x="5401159" y="2745547"/>
                </a:lnTo>
                <a:lnTo>
                  <a:pt x="5204185" y="2901862"/>
                </a:lnTo>
                <a:lnTo>
                  <a:pt x="4995343" y="3042941"/>
                </a:lnTo>
                <a:lnTo>
                  <a:pt x="4775475" y="3167942"/>
                </a:lnTo>
                <a:lnTo>
                  <a:pt x="4545422" y="3276022"/>
                </a:lnTo>
                <a:lnTo>
                  <a:pt x="4306027" y="3366339"/>
                </a:lnTo>
                <a:lnTo>
                  <a:pt x="4058131" y="3438051"/>
                </a:lnTo>
                <a:lnTo>
                  <a:pt x="3802577" y="3490317"/>
                </a:lnTo>
                <a:lnTo>
                  <a:pt x="3540207" y="3522294"/>
                </a:lnTo>
                <a:lnTo>
                  <a:pt x="3271862" y="3533140"/>
                </a:lnTo>
                <a:lnTo>
                  <a:pt x="3003520" y="3522294"/>
                </a:lnTo>
                <a:lnTo>
                  <a:pt x="2741151" y="3490317"/>
                </a:lnTo>
                <a:lnTo>
                  <a:pt x="2485598" y="3438051"/>
                </a:lnTo>
                <a:lnTo>
                  <a:pt x="2237703" y="3366339"/>
                </a:lnTo>
                <a:lnTo>
                  <a:pt x="1998308" y="3276022"/>
                </a:lnTo>
                <a:lnTo>
                  <a:pt x="1768256" y="3167942"/>
                </a:lnTo>
                <a:lnTo>
                  <a:pt x="1548387" y="3042941"/>
                </a:lnTo>
                <a:lnTo>
                  <a:pt x="1339545" y="2901862"/>
                </a:lnTo>
                <a:lnTo>
                  <a:pt x="1142571" y="2745547"/>
                </a:lnTo>
                <a:lnTo>
                  <a:pt x="958308" y="2574836"/>
                </a:lnTo>
                <a:lnTo>
                  <a:pt x="787597" y="2390573"/>
                </a:lnTo>
                <a:lnTo>
                  <a:pt x="631281" y="2193600"/>
                </a:lnTo>
                <a:lnTo>
                  <a:pt x="490201" y="1984758"/>
                </a:lnTo>
                <a:lnTo>
                  <a:pt x="365200" y="1764890"/>
                </a:lnTo>
                <a:lnTo>
                  <a:pt x="257120" y="1534837"/>
                </a:lnTo>
                <a:lnTo>
                  <a:pt x="166802" y="1295442"/>
                </a:lnTo>
                <a:lnTo>
                  <a:pt x="95089" y="1047546"/>
                </a:lnTo>
                <a:lnTo>
                  <a:pt x="42823" y="791992"/>
                </a:lnTo>
                <a:lnTo>
                  <a:pt x="10846" y="529622"/>
                </a:lnTo>
                <a:lnTo>
                  <a:pt x="0" y="261277"/>
                </a:lnTo>
                <a:lnTo>
                  <a:pt x="105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600"/>
          </a:p>
        </p:txBody>
      </p:sp>
      <p:sp>
        <p:nvSpPr>
          <p:cNvPr id="1104730731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2492755" y="566845"/>
            <a:ext cx="4118110" cy="199439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3428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8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Kapitel</a:t>
            </a:r>
            <a:endParaRPr/>
          </a:p>
        </p:txBody>
      </p:sp>
      <p:sp>
        <p:nvSpPr>
          <p:cNvPr id="1070396514" name="Title 1"/>
          <p:cNvSpPr>
            <a:spLocks noGrp="1"/>
          </p:cNvSpPr>
          <p:nvPr>
            <p:ph type="title"/>
          </p:nvPr>
        </p:nvSpPr>
        <p:spPr bwMode="auto">
          <a:xfrm>
            <a:off x="2492755" y="809999"/>
            <a:ext cx="4118110" cy="1853687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Unterkapitel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113672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2422803" y="1749602"/>
            <a:ext cx="3026729" cy="199439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8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8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Unterkapitel</a:t>
            </a:r>
            <a:endParaRPr/>
          </a:p>
        </p:txBody>
      </p:sp>
      <p:sp>
        <p:nvSpPr>
          <p:cNvPr id="771536795" name="Title 1"/>
          <p:cNvSpPr>
            <a:spLocks noGrp="1"/>
          </p:cNvSpPr>
          <p:nvPr>
            <p:ph type="title"/>
          </p:nvPr>
        </p:nvSpPr>
        <p:spPr bwMode="auto">
          <a:xfrm>
            <a:off x="2422802" y="2025000"/>
            <a:ext cx="5526581" cy="810000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Zitat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336299" name="Freihandform: Form 9"/>
          <p:cNvSpPr/>
          <p:nvPr userDrawn="1"/>
        </p:nvSpPr>
        <p:spPr bwMode="auto">
          <a:xfrm>
            <a:off x="329255" y="-1"/>
            <a:ext cx="7842288" cy="4234271"/>
          </a:xfrm>
          <a:custGeom>
            <a:avLst/>
            <a:gdLst>
              <a:gd name="connsiteX0" fmla="*/ 10560 w 6543725"/>
              <a:gd name="connsiteY0" fmla="*/ 0 h 3533140"/>
              <a:gd name="connsiteX1" fmla="*/ 6533165 w 6543725"/>
              <a:gd name="connsiteY1" fmla="*/ 0 h 3533140"/>
              <a:gd name="connsiteX2" fmla="*/ 6543725 w 6543725"/>
              <a:gd name="connsiteY2" fmla="*/ 261277 h 3533140"/>
              <a:gd name="connsiteX3" fmla="*/ 6532879 w 6543725"/>
              <a:gd name="connsiteY3" fmla="*/ 529622 h 3533140"/>
              <a:gd name="connsiteX4" fmla="*/ 6500902 w 6543725"/>
              <a:gd name="connsiteY4" fmla="*/ 791992 h 3533140"/>
              <a:gd name="connsiteX5" fmla="*/ 6448637 w 6543725"/>
              <a:gd name="connsiteY5" fmla="*/ 1047546 h 3533140"/>
              <a:gd name="connsiteX6" fmla="*/ 6376924 w 6543725"/>
              <a:gd name="connsiteY6" fmla="*/ 1295442 h 3533140"/>
              <a:gd name="connsiteX7" fmla="*/ 6286607 w 6543725"/>
              <a:gd name="connsiteY7" fmla="*/ 1534837 h 3533140"/>
              <a:gd name="connsiteX8" fmla="*/ 6178527 w 6543725"/>
              <a:gd name="connsiteY8" fmla="*/ 1764890 h 3533140"/>
              <a:gd name="connsiteX9" fmla="*/ 6053527 w 6543725"/>
              <a:gd name="connsiteY9" fmla="*/ 1984758 h 3533140"/>
              <a:gd name="connsiteX10" fmla="*/ 5912448 w 6543725"/>
              <a:gd name="connsiteY10" fmla="*/ 2193600 h 3533140"/>
              <a:gd name="connsiteX11" fmla="*/ 5756132 w 6543725"/>
              <a:gd name="connsiteY11" fmla="*/ 2390573 h 3533140"/>
              <a:gd name="connsiteX12" fmla="*/ 5585421 w 6543725"/>
              <a:gd name="connsiteY12" fmla="*/ 2574836 h 3533140"/>
              <a:gd name="connsiteX13" fmla="*/ 5401159 w 6543725"/>
              <a:gd name="connsiteY13" fmla="*/ 2745547 h 3533140"/>
              <a:gd name="connsiteX14" fmla="*/ 5204185 w 6543725"/>
              <a:gd name="connsiteY14" fmla="*/ 2901862 h 3533140"/>
              <a:gd name="connsiteX15" fmla="*/ 4995343 w 6543725"/>
              <a:gd name="connsiteY15" fmla="*/ 3042941 h 3533140"/>
              <a:gd name="connsiteX16" fmla="*/ 4775475 w 6543725"/>
              <a:gd name="connsiteY16" fmla="*/ 3167942 h 3533140"/>
              <a:gd name="connsiteX17" fmla="*/ 4545422 w 6543725"/>
              <a:gd name="connsiteY17" fmla="*/ 3276022 h 3533140"/>
              <a:gd name="connsiteX18" fmla="*/ 4306027 w 6543725"/>
              <a:gd name="connsiteY18" fmla="*/ 3366339 h 3533140"/>
              <a:gd name="connsiteX19" fmla="*/ 4058131 w 6543725"/>
              <a:gd name="connsiteY19" fmla="*/ 3438051 h 3533140"/>
              <a:gd name="connsiteX20" fmla="*/ 3802577 w 6543725"/>
              <a:gd name="connsiteY20" fmla="*/ 3490317 h 3533140"/>
              <a:gd name="connsiteX21" fmla="*/ 3540207 w 6543725"/>
              <a:gd name="connsiteY21" fmla="*/ 3522294 h 3533140"/>
              <a:gd name="connsiteX22" fmla="*/ 3271862 w 6543725"/>
              <a:gd name="connsiteY22" fmla="*/ 3533140 h 3533140"/>
              <a:gd name="connsiteX23" fmla="*/ 3003520 w 6543725"/>
              <a:gd name="connsiteY23" fmla="*/ 3522294 h 3533140"/>
              <a:gd name="connsiteX24" fmla="*/ 2741151 w 6543725"/>
              <a:gd name="connsiteY24" fmla="*/ 3490317 h 3533140"/>
              <a:gd name="connsiteX25" fmla="*/ 2485598 w 6543725"/>
              <a:gd name="connsiteY25" fmla="*/ 3438051 h 3533140"/>
              <a:gd name="connsiteX26" fmla="*/ 2237703 w 6543725"/>
              <a:gd name="connsiteY26" fmla="*/ 3366339 h 3533140"/>
              <a:gd name="connsiteX27" fmla="*/ 1998308 w 6543725"/>
              <a:gd name="connsiteY27" fmla="*/ 3276022 h 3533140"/>
              <a:gd name="connsiteX28" fmla="*/ 1768256 w 6543725"/>
              <a:gd name="connsiteY28" fmla="*/ 3167942 h 3533140"/>
              <a:gd name="connsiteX29" fmla="*/ 1548387 w 6543725"/>
              <a:gd name="connsiteY29" fmla="*/ 3042941 h 3533140"/>
              <a:gd name="connsiteX30" fmla="*/ 1339545 w 6543725"/>
              <a:gd name="connsiteY30" fmla="*/ 2901862 h 3533140"/>
              <a:gd name="connsiteX31" fmla="*/ 1142571 w 6543725"/>
              <a:gd name="connsiteY31" fmla="*/ 2745547 h 3533140"/>
              <a:gd name="connsiteX32" fmla="*/ 958308 w 6543725"/>
              <a:gd name="connsiteY32" fmla="*/ 2574836 h 3533140"/>
              <a:gd name="connsiteX33" fmla="*/ 787597 w 6543725"/>
              <a:gd name="connsiteY33" fmla="*/ 2390573 h 3533140"/>
              <a:gd name="connsiteX34" fmla="*/ 631281 w 6543725"/>
              <a:gd name="connsiteY34" fmla="*/ 2193600 h 3533140"/>
              <a:gd name="connsiteX35" fmla="*/ 490201 w 6543725"/>
              <a:gd name="connsiteY35" fmla="*/ 1984758 h 3533140"/>
              <a:gd name="connsiteX36" fmla="*/ 365200 w 6543725"/>
              <a:gd name="connsiteY36" fmla="*/ 1764890 h 3533140"/>
              <a:gd name="connsiteX37" fmla="*/ 257120 w 6543725"/>
              <a:gd name="connsiteY37" fmla="*/ 1534837 h 3533140"/>
              <a:gd name="connsiteX38" fmla="*/ 166802 w 6543725"/>
              <a:gd name="connsiteY38" fmla="*/ 1295442 h 3533140"/>
              <a:gd name="connsiteX39" fmla="*/ 95089 w 6543725"/>
              <a:gd name="connsiteY39" fmla="*/ 1047546 h 3533140"/>
              <a:gd name="connsiteX40" fmla="*/ 42823 w 6543725"/>
              <a:gd name="connsiteY40" fmla="*/ 791992 h 3533140"/>
              <a:gd name="connsiteX41" fmla="*/ 10846 w 6543725"/>
              <a:gd name="connsiteY41" fmla="*/ 529622 h 3533140"/>
              <a:gd name="connsiteX42" fmla="*/ 0 w 6543725"/>
              <a:gd name="connsiteY42" fmla="*/ 261277 h 3533140"/>
              <a:gd name="connsiteX43" fmla="*/ 10560 w 6543725"/>
              <a:gd name="connsiteY43" fmla="*/ 0 h 353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543725" h="3533140" fill="norm" stroke="1" extrusionOk="0">
                <a:moveTo>
                  <a:pt x="10560" y="0"/>
                </a:moveTo>
                <a:lnTo>
                  <a:pt x="6533165" y="0"/>
                </a:lnTo>
                <a:lnTo>
                  <a:pt x="6543725" y="261277"/>
                </a:lnTo>
                <a:lnTo>
                  <a:pt x="6532879" y="529622"/>
                </a:lnTo>
                <a:lnTo>
                  <a:pt x="6500902" y="791992"/>
                </a:lnTo>
                <a:lnTo>
                  <a:pt x="6448637" y="1047546"/>
                </a:lnTo>
                <a:lnTo>
                  <a:pt x="6376924" y="1295442"/>
                </a:lnTo>
                <a:lnTo>
                  <a:pt x="6286607" y="1534837"/>
                </a:lnTo>
                <a:lnTo>
                  <a:pt x="6178527" y="1764890"/>
                </a:lnTo>
                <a:lnTo>
                  <a:pt x="6053527" y="1984758"/>
                </a:lnTo>
                <a:lnTo>
                  <a:pt x="5912448" y="2193600"/>
                </a:lnTo>
                <a:lnTo>
                  <a:pt x="5756132" y="2390573"/>
                </a:lnTo>
                <a:lnTo>
                  <a:pt x="5585421" y="2574836"/>
                </a:lnTo>
                <a:lnTo>
                  <a:pt x="5401159" y="2745547"/>
                </a:lnTo>
                <a:lnTo>
                  <a:pt x="5204185" y="2901862"/>
                </a:lnTo>
                <a:lnTo>
                  <a:pt x="4995343" y="3042941"/>
                </a:lnTo>
                <a:lnTo>
                  <a:pt x="4775475" y="3167942"/>
                </a:lnTo>
                <a:lnTo>
                  <a:pt x="4545422" y="3276022"/>
                </a:lnTo>
                <a:lnTo>
                  <a:pt x="4306027" y="3366339"/>
                </a:lnTo>
                <a:lnTo>
                  <a:pt x="4058131" y="3438051"/>
                </a:lnTo>
                <a:lnTo>
                  <a:pt x="3802577" y="3490317"/>
                </a:lnTo>
                <a:lnTo>
                  <a:pt x="3540207" y="3522294"/>
                </a:lnTo>
                <a:lnTo>
                  <a:pt x="3271862" y="3533140"/>
                </a:lnTo>
                <a:lnTo>
                  <a:pt x="3003520" y="3522294"/>
                </a:lnTo>
                <a:lnTo>
                  <a:pt x="2741151" y="3490317"/>
                </a:lnTo>
                <a:lnTo>
                  <a:pt x="2485598" y="3438051"/>
                </a:lnTo>
                <a:lnTo>
                  <a:pt x="2237703" y="3366339"/>
                </a:lnTo>
                <a:lnTo>
                  <a:pt x="1998308" y="3276022"/>
                </a:lnTo>
                <a:lnTo>
                  <a:pt x="1768256" y="3167942"/>
                </a:lnTo>
                <a:lnTo>
                  <a:pt x="1548387" y="3042941"/>
                </a:lnTo>
                <a:lnTo>
                  <a:pt x="1339545" y="2901862"/>
                </a:lnTo>
                <a:lnTo>
                  <a:pt x="1142571" y="2745547"/>
                </a:lnTo>
                <a:lnTo>
                  <a:pt x="958308" y="2574836"/>
                </a:lnTo>
                <a:lnTo>
                  <a:pt x="787597" y="2390573"/>
                </a:lnTo>
                <a:lnTo>
                  <a:pt x="631281" y="2193600"/>
                </a:lnTo>
                <a:lnTo>
                  <a:pt x="490201" y="1984758"/>
                </a:lnTo>
                <a:lnTo>
                  <a:pt x="365200" y="1764890"/>
                </a:lnTo>
                <a:lnTo>
                  <a:pt x="257120" y="1534837"/>
                </a:lnTo>
                <a:lnTo>
                  <a:pt x="166802" y="1295442"/>
                </a:lnTo>
                <a:lnTo>
                  <a:pt x="95089" y="1047546"/>
                </a:lnTo>
                <a:lnTo>
                  <a:pt x="42823" y="791992"/>
                </a:lnTo>
                <a:lnTo>
                  <a:pt x="10846" y="529622"/>
                </a:lnTo>
                <a:lnTo>
                  <a:pt x="0" y="261277"/>
                </a:lnTo>
                <a:lnTo>
                  <a:pt x="10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600"/>
          </a:p>
        </p:txBody>
      </p:sp>
      <p:sp>
        <p:nvSpPr>
          <p:cNvPr id="449268856" name="object 3"/>
          <p:cNvSpPr>
            <a:spLocks noChangeAspect="1"/>
          </p:cNvSpPr>
          <p:nvPr userDrawn="1"/>
        </p:nvSpPr>
        <p:spPr bwMode="auto">
          <a:xfrm>
            <a:off x="5700215" y="2594272"/>
            <a:ext cx="2049145" cy="2048400"/>
          </a:xfrm>
          <a:custGeom>
            <a:avLst/>
            <a:gdLst/>
            <a:ahLst/>
            <a:cxnLst/>
            <a:rect l="l" t="t" r="r" b="b"/>
            <a:pathLst>
              <a:path w="2049145" h="2049145" fill="norm" stroke="1" extrusionOk="0">
                <a:moveTo>
                  <a:pt x="1024432" y="0"/>
                </a:moveTo>
                <a:lnTo>
                  <a:pt x="940414" y="3395"/>
                </a:lnTo>
                <a:lnTo>
                  <a:pt x="858266" y="13407"/>
                </a:lnTo>
                <a:lnTo>
                  <a:pt x="778251" y="29772"/>
                </a:lnTo>
                <a:lnTo>
                  <a:pt x="700635" y="52225"/>
                </a:lnTo>
                <a:lnTo>
                  <a:pt x="625679" y="80504"/>
                </a:lnTo>
                <a:lnTo>
                  <a:pt x="553649" y="114344"/>
                </a:lnTo>
                <a:lnTo>
                  <a:pt x="484808" y="153482"/>
                </a:lnTo>
                <a:lnTo>
                  <a:pt x="419418" y="197654"/>
                </a:lnTo>
                <a:lnTo>
                  <a:pt x="357745" y="246597"/>
                </a:lnTo>
                <a:lnTo>
                  <a:pt x="300051" y="300047"/>
                </a:lnTo>
                <a:lnTo>
                  <a:pt x="246601" y="357740"/>
                </a:lnTo>
                <a:lnTo>
                  <a:pt x="197657" y="419413"/>
                </a:lnTo>
                <a:lnTo>
                  <a:pt x="153485" y="484802"/>
                </a:lnTo>
                <a:lnTo>
                  <a:pt x="114346" y="553644"/>
                </a:lnTo>
                <a:lnTo>
                  <a:pt x="80505" y="625674"/>
                </a:lnTo>
                <a:lnTo>
                  <a:pt x="52226" y="700630"/>
                </a:lnTo>
                <a:lnTo>
                  <a:pt x="29773" y="778247"/>
                </a:lnTo>
                <a:lnTo>
                  <a:pt x="13408" y="858262"/>
                </a:lnTo>
                <a:lnTo>
                  <a:pt x="3396" y="940412"/>
                </a:lnTo>
                <a:lnTo>
                  <a:pt x="0" y="1024432"/>
                </a:lnTo>
                <a:lnTo>
                  <a:pt x="3396" y="1108453"/>
                </a:lnTo>
                <a:lnTo>
                  <a:pt x="13408" y="1190602"/>
                </a:lnTo>
                <a:lnTo>
                  <a:pt x="29773" y="1270617"/>
                </a:lnTo>
                <a:lnTo>
                  <a:pt x="52226" y="1348235"/>
                </a:lnTo>
                <a:lnTo>
                  <a:pt x="80505" y="1423190"/>
                </a:lnTo>
                <a:lnTo>
                  <a:pt x="114346" y="1495221"/>
                </a:lnTo>
                <a:lnTo>
                  <a:pt x="153485" y="1564063"/>
                </a:lnTo>
                <a:lnTo>
                  <a:pt x="197657" y="1629452"/>
                </a:lnTo>
                <a:lnTo>
                  <a:pt x="246601" y="1691125"/>
                </a:lnTo>
                <a:lnTo>
                  <a:pt x="300051" y="1748818"/>
                </a:lnTo>
                <a:lnTo>
                  <a:pt x="357745" y="1802268"/>
                </a:lnTo>
                <a:lnTo>
                  <a:pt x="419418" y="1851211"/>
                </a:lnTo>
                <a:lnTo>
                  <a:pt x="484808" y="1895383"/>
                </a:lnTo>
                <a:lnTo>
                  <a:pt x="553649" y="1934521"/>
                </a:lnTo>
                <a:lnTo>
                  <a:pt x="625679" y="1968361"/>
                </a:lnTo>
                <a:lnTo>
                  <a:pt x="700635" y="1996639"/>
                </a:lnTo>
                <a:lnTo>
                  <a:pt x="778251" y="2019093"/>
                </a:lnTo>
                <a:lnTo>
                  <a:pt x="858266" y="2035457"/>
                </a:lnTo>
                <a:lnTo>
                  <a:pt x="940414" y="2045469"/>
                </a:lnTo>
                <a:lnTo>
                  <a:pt x="1024432" y="2048865"/>
                </a:lnTo>
                <a:lnTo>
                  <a:pt x="1108453" y="2045469"/>
                </a:lnTo>
                <a:lnTo>
                  <a:pt x="1190602" y="2035457"/>
                </a:lnTo>
                <a:lnTo>
                  <a:pt x="1270617" y="2019093"/>
                </a:lnTo>
                <a:lnTo>
                  <a:pt x="1348235" y="1996639"/>
                </a:lnTo>
                <a:lnTo>
                  <a:pt x="1423190" y="1968361"/>
                </a:lnTo>
                <a:lnTo>
                  <a:pt x="1495221" y="1934521"/>
                </a:lnTo>
                <a:lnTo>
                  <a:pt x="1564063" y="1895383"/>
                </a:lnTo>
                <a:lnTo>
                  <a:pt x="1629452" y="1851211"/>
                </a:lnTo>
                <a:lnTo>
                  <a:pt x="1691125" y="1802268"/>
                </a:lnTo>
                <a:lnTo>
                  <a:pt x="1748818" y="1748818"/>
                </a:lnTo>
                <a:lnTo>
                  <a:pt x="1802268" y="1691125"/>
                </a:lnTo>
                <a:lnTo>
                  <a:pt x="1851211" y="1629452"/>
                </a:lnTo>
                <a:lnTo>
                  <a:pt x="1895383" y="1564063"/>
                </a:lnTo>
                <a:lnTo>
                  <a:pt x="1934521" y="1495221"/>
                </a:lnTo>
                <a:lnTo>
                  <a:pt x="1968361" y="1423190"/>
                </a:lnTo>
                <a:lnTo>
                  <a:pt x="1996639" y="1348235"/>
                </a:lnTo>
                <a:lnTo>
                  <a:pt x="2019093" y="1270617"/>
                </a:lnTo>
                <a:lnTo>
                  <a:pt x="2035457" y="1190602"/>
                </a:lnTo>
                <a:lnTo>
                  <a:pt x="2045469" y="1108453"/>
                </a:lnTo>
                <a:lnTo>
                  <a:pt x="2048865" y="1024432"/>
                </a:lnTo>
                <a:lnTo>
                  <a:pt x="2045469" y="940412"/>
                </a:lnTo>
                <a:lnTo>
                  <a:pt x="2035457" y="858262"/>
                </a:lnTo>
                <a:lnTo>
                  <a:pt x="2019093" y="778247"/>
                </a:lnTo>
                <a:lnTo>
                  <a:pt x="1996639" y="700630"/>
                </a:lnTo>
                <a:lnTo>
                  <a:pt x="1968361" y="625674"/>
                </a:lnTo>
                <a:lnTo>
                  <a:pt x="1934521" y="553644"/>
                </a:lnTo>
                <a:lnTo>
                  <a:pt x="1895383" y="484802"/>
                </a:lnTo>
                <a:lnTo>
                  <a:pt x="1851211" y="419413"/>
                </a:lnTo>
                <a:lnTo>
                  <a:pt x="1802268" y="357740"/>
                </a:lnTo>
                <a:lnTo>
                  <a:pt x="1748818" y="300047"/>
                </a:lnTo>
                <a:lnTo>
                  <a:pt x="1691125" y="246597"/>
                </a:lnTo>
                <a:lnTo>
                  <a:pt x="1629452" y="197654"/>
                </a:lnTo>
                <a:lnTo>
                  <a:pt x="1564063" y="153482"/>
                </a:lnTo>
                <a:lnTo>
                  <a:pt x="1495221" y="114344"/>
                </a:lnTo>
                <a:lnTo>
                  <a:pt x="1423190" y="80504"/>
                </a:lnTo>
                <a:lnTo>
                  <a:pt x="1348235" y="52225"/>
                </a:lnTo>
                <a:lnTo>
                  <a:pt x="1270617" y="29772"/>
                </a:lnTo>
                <a:lnTo>
                  <a:pt x="1190602" y="13407"/>
                </a:lnTo>
                <a:lnTo>
                  <a:pt x="1108453" y="3395"/>
                </a:lnTo>
                <a:lnTo>
                  <a:pt x="10244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lang="de-DE" sz="1400"/>
          </a:p>
        </p:txBody>
      </p:sp>
      <p:pic>
        <p:nvPicPr>
          <p:cNvPr id="1302965836" name="Grafik 7"/>
          <p:cNvPicPr>
            <a:picLocks noChangeAspect="1"/>
          </p:cNvPicPr>
          <p:nvPr userDrawn="1"/>
        </p:nvPicPr>
        <p:blipFill rotWithShape="1">
          <a:blip r:embed="rId2"/>
          <a:srcRect l="36172" t="52913" r="38079" b="30629"/>
          <a:stretch/>
        </p:blipFill>
        <p:spPr bwMode="auto">
          <a:xfrm>
            <a:off x="6038986" y="3139196"/>
            <a:ext cx="1234977" cy="973953"/>
          </a:xfrm>
          <a:prstGeom prst="rect">
            <a:avLst/>
          </a:prstGeom>
        </p:spPr>
      </p:pic>
      <p:sp>
        <p:nvSpPr>
          <p:cNvPr id="1043236467" name="Textplatzhalter 8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695600" y="646043"/>
            <a:ext cx="4834626" cy="1863405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</a:defRPr>
            </a:lvl1pPr>
            <a:lvl2pPr>
              <a:defRPr sz="3400" b="1">
                <a:solidFill>
                  <a:schemeClr val="bg1"/>
                </a:solidFill>
              </a:defRPr>
            </a:lvl2pPr>
            <a:lvl3pPr>
              <a:defRPr sz="3400" b="1">
                <a:solidFill>
                  <a:schemeClr val="bg1"/>
                </a:solidFill>
              </a:defRPr>
            </a:lvl3pPr>
            <a:lvl4pPr>
              <a:defRPr sz="3400" b="1">
                <a:solidFill>
                  <a:schemeClr val="bg1"/>
                </a:solidFill>
              </a:defRPr>
            </a:lvl4pPr>
            <a:lvl5pPr>
              <a:defRPr sz="3400" b="1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Zitat durch Klicken hinzufügen</a:t>
            </a:r>
            <a:endParaRPr/>
          </a:p>
        </p:txBody>
      </p:sp>
      <p:sp>
        <p:nvSpPr>
          <p:cNvPr id="632265130" name="Textplatzhalter 10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695603" y="2721601"/>
            <a:ext cx="3805721" cy="41759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1445959850" name="Datumsplatzhalter 4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200748813" name="Fußzeilenplatzhalter 6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2007557388" name="Foliennummernplatzhalter 11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815721" name="Titel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162136543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</a:lstStyle>
          <a:p>
            <a:pPr lvl="0">
              <a:defRPr/>
            </a:pPr>
            <a:r>
              <a:rPr lang="de-DE"/>
              <a:t>Untertitel durch Klicken bearbeiten</a:t>
            </a:r>
            <a:endParaRPr/>
          </a:p>
        </p:txBody>
      </p:sp>
      <p:sp>
        <p:nvSpPr>
          <p:cNvPr id="109277467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68000" y="1008000"/>
            <a:ext cx="3960000" cy="3708000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2873249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752200" y="1008000"/>
            <a:ext cx="3960000" cy="3708000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465152101" name="Datumsplatzhalter 1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1573559977" name="Fußzeilenplatzhalter 7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308564837" name="Foliennummernplatzhalter 10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24937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189353538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</a:lstStyle>
          <a:p>
            <a:pPr lvl="0">
              <a:defRPr/>
            </a:pPr>
            <a:r>
              <a:rPr lang="de-DE"/>
              <a:t>Untertitel durch Klicken bearbeiten</a:t>
            </a:r>
            <a:endParaRPr/>
          </a:p>
        </p:txBody>
      </p:sp>
      <p:sp>
        <p:nvSpPr>
          <p:cNvPr id="10203791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8000" y="1008000"/>
            <a:ext cx="3960000" cy="215233"/>
          </a:xfrm>
        </p:spPr>
        <p:txBody>
          <a:bodyPr anchor="b"/>
          <a:lstStyle>
            <a:lvl1pPr marL="0" indent="0">
              <a:buNone/>
              <a:defRPr sz="1400" b="0" cap="all">
                <a:solidFill>
                  <a:schemeClr val="accent1"/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89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22078436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8000" y="1296000"/>
            <a:ext cx="3960000" cy="3420000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18934076" name="Text Placeholder 2"/>
          <p:cNvSpPr>
            <a:spLocks noGrp="1"/>
          </p:cNvSpPr>
          <p:nvPr>
            <p:ph type="body" idx="14"/>
          </p:nvPr>
        </p:nvSpPr>
        <p:spPr bwMode="auto">
          <a:xfrm>
            <a:off x="4752200" y="1008000"/>
            <a:ext cx="3960000" cy="215233"/>
          </a:xfrm>
        </p:spPr>
        <p:txBody>
          <a:bodyPr anchor="b"/>
          <a:lstStyle>
            <a:lvl1pPr marL="0" indent="0">
              <a:buNone/>
              <a:defRPr sz="1400" b="0" cap="all">
                <a:solidFill>
                  <a:schemeClr val="accent1"/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89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855755589" name="Content Placeholder 3"/>
          <p:cNvSpPr>
            <a:spLocks noGrp="1"/>
          </p:cNvSpPr>
          <p:nvPr>
            <p:ph sz="half" idx="15"/>
          </p:nvPr>
        </p:nvSpPr>
        <p:spPr bwMode="auto">
          <a:xfrm>
            <a:off x="4752200" y="1296000"/>
            <a:ext cx="3960000" cy="3420000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09509446" name="Datumsplatzhalter 4"/>
          <p:cNvSpPr>
            <a:spLocks noGrp="1"/>
          </p:cNvSpPr>
          <p:nvPr>
            <p:ph type="dt" sz="half" idx="16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1901337837" name="Fußzeilenplatzhalter 5"/>
          <p:cNvSpPr>
            <a:spLocks noGrp="1"/>
          </p:cNvSpPr>
          <p:nvPr>
            <p:ph type="ftr" sz="quarter" idx="17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565546828" name="Foliennummernplatzhalter 9"/>
          <p:cNvSpPr>
            <a:spLocks noGrp="1"/>
          </p:cNvSpPr>
          <p:nvPr>
            <p:ph type="sldNum" sz="quarter" idx="18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xt und Bilder vertik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743525" name="Titel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69063305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</a:lstStyle>
          <a:p>
            <a:pPr lvl="0">
              <a:defRPr/>
            </a:pPr>
            <a:r>
              <a:rPr lang="de-DE"/>
              <a:t>Untertitel durch Klicken bearbeiten</a:t>
            </a:r>
            <a:endParaRPr/>
          </a:p>
        </p:txBody>
      </p:sp>
      <p:sp>
        <p:nvSpPr>
          <p:cNvPr id="51237925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68000" y="1008000"/>
            <a:ext cx="4176000" cy="3708000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227361005" name="Bildplatzhalter 9"/>
          <p:cNvSpPr>
            <a:spLocks noGrp="1"/>
          </p:cNvSpPr>
          <p:nvPr>
            <p:ph type="pic" sz="quarter" idx="14"/>
          </p:nvPr>
        </p:nvSpPr>
        <p:spPr bwMode="auto">
          <a:xfrm>
            <a:off x="4895688" y="1007999"/>
            <a:ext cx="3816512" cy="17903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50352939" name="Bildplatzhalter 9"/>
          <p:cNvSpPr>
            <a:spLocks noGrp="1"/>
          </p:cNvSpPr>
          <p:nvPr>
            <p:ph type="pic" sz="quarter" idx="15"/>
          </p:nvPr>
        </p:nvSpPr>
        <p:spPr bwMode="auto">
          <a:xfrm>
            <a:off x="4895688" y="2863788"/>
            <a:ext cx="3816512" cy="1846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897925039" name="Datumsplatzhalter 1"/>
          <p:cNvSpPr>
            <a:spLocks noGrp="1"/>
          </p:cNvSpPr>
          <p:nvPr>
            <p:ph type="dt" sz="half" idx="16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1045409182" name="Fußzeilenplatzhalter 7"/>
          <p:cNvSpPr>
            <a:spLocks noGrp="1"/>
          </p:cNvSpPr>
          <p:nvPr>
            <p:ph type="ftr" sz="quarter" idx="17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367898485" name="Foliennummernplatzhalter 8"/>
          <p:cNvSpPr>
            <a:spLocks noGrp="1"/>
          </p:cNvSpPr>
          <p:nvPr>
            <p:ph type="sldNum" sz="quarter" idx="18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xt und Bild Hochforma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12390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120973156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</a:lstStyle>
          <a:p>
            <a:pPr lvl="0">
              <a:defRPr/>
            </a:pPr>
            <a:r>
              <a:rPr lang="de-DE"/>
              <a:t>Untertitel durch Klicken bearbeiten</a:t>
            </a:r>
            <a:endParaRPr/>
          </a:p>
        </p:txBody>
      </p:sp>
      <p:sp>
        <p:nvSpPr>
          <p:cNvPr id="156296598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68000" y="1008000"/>
            <a:ext cx="4176860" cy="3708000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4354663" name="Bildplatzhalter 9"/>
          <p:cNvSpPr>
            <a:spLocks noGrp="1"/>
          </p:cNvSpPr>
          <p:nvPr>
            <p:ph type="pic" sz="quarter" idx="14"/>
          </p:nvPr>
        </p:nvSpPr>
        <p:spPr bwMode="auto">
          <a:xfrm>
            <a:off x="4895688" y="1008000"/>
            <a:ext cx="3816512" cy="370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6351530" name="Datumsplatzhalter 3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463752416" name="Fußzeilenplatzhalter 7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955460432" name="Foliennummernplatzhalter 8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 Bil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957744" name="Titel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154763147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</a:lstStyle>
          <a:p>
            <a:pPr lvl="0">
              <a:defRPr/>
            </a:pPr>
            <a:r>
              <a:rPr lang="de-DE"/>
              <a:t>Untertitel durch Klicken bearbeiten</a:t>
            </a:r>
            <a:endParaRPr/>
          </a:p>
        </p:txBody>
      </p:sp>
      <p:sp>
        <p:nvSpPr>
          <p:cNvPr id="1705079523" name="Bildplatzhalter 7"/>
          <p:cNvSpPr>
            <a:spLocks noGrp="1"/>
          </p:cNvSpPr>
          <p:nvPr>
            <p:ph type="pic" sz="quarter" idx="19"/>
          </p:nvPr>
        </p:nvSpPr>
        <p:spPr bwMode="auto">
          <a:xfrm>
            <a:off x="0" y="951548"/>
            <a:ext cx="3240000" cy="2073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99952353" name="Bildplatzhalter 7"/>
          <p:cNvSpPr>
            <a:spLocks noGrp="1"/>
          </p:cNvSpPr>
          <p:nvPr>
            <p:ph type="pic" sz="quarter" idx="16"/>
          </p:nvPr>
        </p:nvSpPr>
        <p:spPr bwMode="auto">
          <a:xfrm>
            <a:off x="3240003" y="951548"/>
            <a:ext cx="3239999" cy="2073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631616241" name="Bildplatzhalter 7"/>
          <p:cNvSpPr>
            <a:spLocks noGrp="1"/>
          </p:cNvSpPr>
          <p:nvPr>
            <p:ph type="pic" sz="quarter" idx="20"/>
          </p:nvPr>
        </p:nvSpPr>
        <p:spPr bwMode="auto">
          <a:xfrm>
            <a:off x="0" y="3038621"/>
            <a:ext cx="3240000" cy="21048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202731434" name="Bildplatzhalter 7"/>
          <p:cNvSpPr>
            <a:spLocks noGrp="1"/>
          </p:cNvSpPr>
          <p:nvPr>
            <p:ph type="pic" sz="quarter" idx="17"/>
          </p:nvPr>
        </p:nvSpPr>
        <p:spPr bwMode="auto">
          <a:xfrm>
            <a:off x="3240000" y="3038621"/>
            <a:ext cx="3240000" cy="21048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023646152" name="Bildplatzhalter 7"/>
          <p:cNvSpPr>
            <a:spLocks noGrp="1"/>
          </p:cNvSpPr>
          <p:nvPr>
            <p:ph type="pic" sz="quarter" idx="18"/>
          </p:nvPr>
        </p:nvSpPr>
        <p:spPr bwMode="auto">
          <a:xfrm>
            <a:off x="6480000" y="951549"/>
            <a:ext cx="2664000" cy="41919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xt mit runden Bil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037461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1799581332" name="Bildplatzhalter 7"/>
          <p:cNvSpPr>
            <a:spLocks noChangeAspect="1" noGrp="1"/>
          </p:cNvSpPr>
          <p:nvPr>
            <p:ph type="pic" sz="quarter" idx="14"/>
          </p:nvPr>
        </p:nvSpPr>
        <p:spPr bwMode="auto">
          <a:xfrm>
            <a:off x="482226" y="957295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3986050" name="Textplatzhalter 10"/>
          <p:cNvSpPr>
            <a:spLocks noGrp="1"/>
          </p:cNvSpPr>
          <p:nvPr>
            <p:ph type="body" sz="quarter" idx="16"/>
          </p:nvPr>
        </p:nvSpPr>
        <p:spPr bwMode="auto">
          <a:xfrm>
            <a:off x="1818000" y="957295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859801793" name="Bildplatzhalter 7"/>
          <p:cNvSpPr>
            <a:spLocks noChangeAspect="1" noGrp="1"/>
          </p:cNvSpPr>
          <p:nvPr>
            <p:ph type="pic" sz="quarter" idx="17"/>
          </p:nvPr>
        </p:nvSpPr>
        <p:spPr bwMode="auto">
          <a:xfrm>
            <a:off x="482226" y="2284074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64345970" name="Textplatzhalter 10"/>
          <p:cNvSpPr>
            <a:spLocks noGrp="1"/>
          </p:cNvSpPr>
          <p:nvPr>
            <p:ph type="body" sz="quarter" idx="18"/>
          </p:nvPr>
        </p:nvSpPr>
        <p:spPr bwMode="auto">
          <a:xfrm>
            <a:off x="1818000" y="2284074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398843066" name="Bildplatzhalter 7"/>
          <p:cNvSpPr>
            <a:spLocks noChangeAspect="1" noGrp="1"/>
          </p:cNvSpPr>
          <p:nvPr>
            <p:ph type="pic" sz="quarter" idx="19"/>
          </p:nvPr>
        </p:nvSpPr>
        <p:spPr bwMode="auto">
          <a:xfrm>
            <a:off x="482226" y="3610853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065158686" name="Textplatzhalter 10"/>
          <p:cNvSpPr>
            <a:spLocks noGrp="1"/>
          </p:cNvSpPr>
          <p:nvPr>
            <p:ph type="body" sz="quarter" idx="20"/>
          </p:nvPr>
        </p:nvSpPr>
        <p:spPr bwMode="auto">
          <a:xfrm>
            <a:off x="1818000" y="3610853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416099443" name="Datumsplatzhalter 1"/>
          <p:cNvSpPr>
            <a:spLocks noGrp="1"/>
          </p:cNvSpPr>
          <p:nvPr>
            <p:ph type="dt" sz="half" idx="2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1607759019" name="Fußzeilenplatzhalter 6"/>
          <p:cNvSpPr>
            <a:spLocks noGrp="1"/>
          </p:cNvSpPr>
          <p:nvPr>
            <p:ph type="ftr" sz="quarter" idx="2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432133454" name="Foliennummernplatzhalter 8"/>
          <p:cNvSpPr>
            <a:spLocks noGrp="1"/>
          </p:cNvSpPr>
          <p:nvPr>
            <p:ph type="sldNum" sz="quarter" idx="23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xt mit eckigen Bil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488040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409394824" name="Bildplatzhalter 7"/>
          <p:cNvSpPr>
            <a:spLocks noGrp="1"/>
          </p:cNvSpPr>
          <p:nvPr>
            <p:ph type="pic" sz="quarter" idx="14"/>
          </p:nvPr>
        </p:nvSpPr>
        <p:spPr bwMode="auto">
          <a:xfrm>
            <a:off x="476250" y="958620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88696537" name="Textplatzhalter 10"/>
          <p:cNvSpPr>
            <a:spLocks noGrp="1"/>
          </p:cNvSpPr>
          <p:nvPr>
            <p:ph type="body" sz="quarter" idx="16"/>
          </p:nvPr>
        </p:nvSpPr>
        <p:spPr bwMode="auto">
          <a:xfrm>
            <a:off x="2144110" y="958621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270877345" name="Bildplatzhalter 7"/>
          <p:cNvSpPr>
            <a:spLocks noGrp="1"/>
          </p:cNvSpPr>
          <p:nvPr>
            <p:ph type="pic" sz="quarter" idx="21"/>
          </p:nvPr>
        </p:nvSpPr>
        <p:spPr bwMode="auto">
          <a:xfrm>
            <a:off x="476250" y="2294605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45191442" name="Textplatzhalter 10"/>
          <p:cNvSpPr>
            <a:spLocks noGrp="1"/>
          </p:cNvSpPr>
          <p:nvPr>
            <p:ph type="body" sz="quarter" idx="22"/>
          </p:nvPr>
        </p:nvSpPr>
        <p:spPr bwMode="auto">
          <a:xfrm>
            <a:off x="2144110" y="2294605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2120060736" name="Bildplatzhalter 7"/>
          <p:cNvSpPr>
            <a:spLocks noGrp="1"/>
          </p:cNvSpPr>
          <p:nvPr>
            <p:ph type="pic" sz="quarter" idx="23"/>
          </p:nvPr>
        </p:nvSpPr>
        <p:spPr bwMode="auto">
          <a:xfrm>
            <a:off x="476250" y="3630591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94361327" name="Textplatzhalter 10"/>
          <p:cNvSpPr>
            <a:spLocks noGrp="1"/>
          </p:cNvSpPr>
          <p:nvPr>
            <p:ph type="body" sz="quarter" idx="24"/>
          </p:nvPr>
        </p:nvSpPr>
        <p:spPr bwMode="auto">
          <a:xfrm>
            <a:off x="2144110" y="3630591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458075282" name="Datumsplatzhalter 1"/>
          <p:cNvSpPr>
            <a:spLocks noGrp="1"/>
          </p:cNvSpPr>
          <p:nvPr>
            <p:ph type="dt" sz="half" idx="2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1418568188" name="Fußzeilenplatzhalter 6"/>
          <p:cNvSpPr>
            <a:spLocks noGrp="1"/>
          </p:cNvSpPr>
          <p:nvPr>
            <p:ph type="ftr" sz="quarter" idx="26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911484440" name="Foliennummernplatzhalter 8"/>
          <p:cNvSpPr>
            <a:spLocks noGrp="1"/>
          </p:cNvSpPr>
          <p:nvPr>
            <p:ph type="sldNum" sz="quarter" idx="27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Person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012583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124600679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</a:lstStyle>
          <a:p>
            <a:pPr lvl="0">
              <a:defRPr/>
            </a:pPr>
            <a:r>
              <a:rPr lang="de-DE"/>
              <a:t>Untertitel durch Klicken bearbeiten</a:t>
            </a:r>
            <a:endParaRPr/>
          </a:p>
        </p:txBody>
      </p:sp>
      <p:sp>
        <p:nvSpPr>
          <p:cNvPr id="27405434" name="Rechteck 8"/>
          <p:cNvSpPr/>
          <p:nvPr userDrawn="1"/>
        </p:nvSpPr>
        <p:spPr bwMode="auto">
          <a:xfrm>
            <a:off x="475247" y="2104084"/>
            <a:ext cx="2814039" cy="262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400"/>
          </a:p>
        </p:txBody>
      </p:sp>
      <p:sp>
        <p:nvSpPr>
          <p:cNvPr id="1446580099" name="Bildplatzhalter 7"/>
          <p:cNvSpPr>
            <a:spLocks noChangeAspect="1" noGrp="1"/>
          </p:cNvSpPr>
          <p:nvPr>
            <p:ph type="pic" sz="quarter" idx="14"/>
          </p:nvPr>
        </p:nvSpPr>
        <p:spPr bwMode="auto">
          <a:xfrm>
            <a:off x="1162266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41599234" name="Textplatzhalter 1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720000" y="2893320"/>
            <a:ext cx="234029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2016144966" name="Textplatzhalter 10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20000" y="3240001"/>
            <a:ext cx="234029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Institut und Professur</a:t>
            </a:r>
            <a:endParaRPr/>
          </a:p>
        </p:txBody>
      </p:sp>
      <p:sp>
        <p:nvSpPr>
          <p:cNvPr id="1647886" name="Rechteck 20"/>
          <p:cNvSpPr/>
          <p:nvPr userDrawn="1"/>
        </p:nvSpPr>
        <p:spPr bwMode="auto">
          <a:xfrm>
            <a:off x="3896479" y="2084206"/>
            <a:ext cx="2814039" cy="262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400"/>
          </a:p>
        </p:txBody>
      </p:sp>
      <p:sp>
        <p:nvSpPr>
          <p:cNvPr id="1088085886" name="Bildplatzhalter 7"/>
          <p:cNvSpPr>
            <a:spLocks noChangeAspect="1" noGrp="1"/>
          </p:cNvSpPr>
          <p:nvPr>
            <p:ph type="pic" sz="quarter" idx="17"/>
          </p:nvPr>
        </p:nvSpPr>
        <p:spPr bwMode="auto">
          <a:xfrm>
            <a:off x="4583498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693949232" name="Textplatzhalter 10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134251" y="2893320"/>
            <a:ext cx="234029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452500236" name="Textplatzhalter 10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134251" y="3240001"/>
            <a:ext cx="234029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Institut und Professur</a:t>
            </a:r>
            <a:endParaRPr/>
          </a:p>
        </p:txBody>
      </p:sp>
      <p:sp>
        <p:nvSpPr>
          <p:cNvPr id="1063386912" name="Datumsplatzhalter 1"/>
          <p:cNvSpPr>
            <a:spLocks noGrp="1"/>
          </p:cNvSpPr>
          <p:nvPr>
            <p:ph type="dt" sz="half" idx="2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1221531725" name="Fußzeilenplatzhalter 6"/>
          <p:cNvSpPr>
            <a:spLocks noGrp="1"/>
          </p:cNvSpPr>
          <p:nvPr>
            <p:ph type="ftr" sz="quarter" idx="2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628632574" name="Foliennummernplatzhalter 9"/>
          <p:cNvSpPr>
            <a:spLocks noGrp="1"/>
          </p:cNvSpPr>
          <p:nvPr>
            <p:ph type="sldNum" sz="quarter" idx="22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Person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747156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29685471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</a:lstStyle>
          <a:p>
            <a:pPr lvl="0">
              <a:defRPr/>
            </a:pPr>
            <a:r>
              <a:rPr lang="de-DE"/>
              <a:t>Untertitel durch Klicken bearbeiten</a:t>
            </a:r>
            <a:endParaRPr/>
          </a:p>
        </p:txBody>
      </p:sp>
      <p:sp>
        <p:nvSpPr>
          <p:cNvPr id="1549125657" name="Rechteck 8"/>
          <p:cNvSpPr/>
          <p:nvPr userDrawn="1"/>
        </p:nvSpPr>
        <p:spPr bwMode="auto">
          <a:xfrm>
            <a:off x="475246" y="2084206"/>
            <a:ext cx="2520000" cy="262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400"/>
          </a:p>
        </p:txBody>
      </p:sp>
      <p:sp>
        <p:nvSpPr>
          <p:cNvPr id="777206859" name="Bildplatzhalter 7"/>
          <p:cNvSpPr>
            <a:spLocks noChangeAspect="1" noGrp="1"/>
          </p:cNvSpPr>
          <p:nvPr>
            <p:ph type="pic" sz="quarter" idx="14"/>
          </p:nvPr>
        </p:nvSpPr>
        <p:spPr bwMode="auto">
          <a:xfrm>
            <a:off x="1015246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356726789" name="Textplatzhalter 1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720000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799615374" name="Textplatzhalter 10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20000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Institut und Professur</a:t>
            </a:r>
            <a:endParaRPr/>
          </a:p>
        </p:txBody>
      </p:sp>
      <p:sp>
        <p:nvSpPr>
          <p:cNvPr id="344042659" name="Rechteck 12"/>
          <p:cNvSpPr/>
          <p:nvPr userDrawn="1"/>
        </p:nvSpPr>
        <p:spPr bwMode="auto">
          <a:xfrm>
            <a:off x="3335345" y="2084206"/>
            <a:ext cx="2520000" cy="262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400"/>
          </a:p>
        </p:txBody>
      </p:sp>
      <p:sp>
        <p:nvSpPr>
          <p:cNvPr id="1668520607" name="Bildplatzhalter 7"/>
          <p:cNvSpPr>
            <a:spLocks noChangeAspect="1" noGrp="1"/>
          </p:cNvSpPr>
          <p:nvPr>
            <p:ph type="pic" sz="quarter" idx="17"/>
          </p:nvPr>
        </p:nvSpPr>
        <p:spPr bwMode="auto">
          <a:xfrm>
            <a:off x="3875345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242228894" name="Textplatzhalter 10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3576609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1255899051" name="Textplatzhalter 10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576609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Institut und Professur</a:t>
            </a:r>
            <a:endParaRPr/>
          </a:p>
        </p:txBody>
      </p:sp>
      <p:sp>
        <p:nvSpPr>
          <p:cNvPr id="2094016444" name="Rechteck 16"/>
          <p:cNvSpPr/>
          <p:nvPr userDrawn="1"/>
        </p:nvSpPr>
        <p:spPr bwMode="auto">
          <a:xfrm>
            <a:off x="6195444" y="2084205"/>
            <a:ext cx="2520000" cy="262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400"/>
          </a:p>
        </p:txBody>
      </p:sp>
      <p:sp>
        <p:nvSpPr>
          <p:cNvPr id="94026914" name="Bildplatzhalter 7"/>
          <p:cNvSpPr>
            <a:spLocks noChangeAspect="1" noGrp="1"/>
          </p:cNvSpPr>
          <p:nvPr>
            <p:ph type="pic" sz="quarter" idx="23"/>
          </p:nvPr>
        </p:nvSpPr>
        <p:spPr bwMode="auto">
          <a:xfrm>
            <a:off x="6735444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922959700" name="Textplatzhalter 10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433218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1061647093" name="Textplatzhalter 10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433218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Institut und Professur</a:t>
            </a:r>
            <a:endParaRPr/>
          </a:p>
        </p:txBody>
      </p:sp>
      <p:sp>
        <p:nvSpPr>
          <p:cNvPr id="1012342050" name="Datumsplatzhalter 1"/>
          <p:cNvSpPr>
            <a:spLocks noGrp="1"/>
          </p:cNvSpPr>
          <p:nvPr>
            <p:ph type="dt" sz="half" idx="2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1404750954" name="Fußzeilenplatzhalter 6"/>
          <p:cNvSpPr>
            <a:spLocks noGrp="1"/>
          </p:cNvSpPr>
          <p:nvPr>
            <p:ph type="ftr" sz="quarter" idx="2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009118857" name="Foliennummernplatzhalter 7"/>
          <p:cNvSpPr>
            <a:spLocks noGrp="1"/>
          </p:cNvSpPr>
          <p:nvPr>
            <p:ph type="sldNum" sz="quarter" idx="26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 Person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03124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128511323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</a:lstStyle>
          <a:p>
            <a:pPr lvl="0">
              <a:defRPr/>
            </a:pPr>
            <a:r>
              <a:rPr lang="de-DE"/>
              <a:t>Untertitel durch Klicken bearbeiten</a:t>
            </a:r>
            <a:endParaRPr/>
          </a:p>
        </p:txBody>
      </p:sp>
      <p:sp>
        <p:nvSpPr>
          <p:cNvPr id="657115706" name="Rechteck 8"/>
          <p:cNvSpPr/>
          <p:nvPr userDrawn="1"/>
        </p:nvSpPr>
        <p:spPr bwMode="auto">
          <a:xfrm>
            <a:off x="466728" y="2084206"/>
            <a:ext cx="2031501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400"/>
          </a:p>
        </p:txBody>
      </p:sp>
      <p:sp>
        <p:nvSpPr>
          <p:cNvPr id="144196212" name="Bildplatzhalter 7"/>
          <p:cNvSpPr>
            <a:spLocks noChangeAspect="1" noGrp="1"/>
          </p:cNvSpPr>
          <p:nvPr>
            <p:ph type="pic" sz="quarter" idx="14"/>
          </p:nvPr>
        </p:nvSpPr>
        <p:spPr bwMode="auto">
          <a:xfrm>
            <a:off x="832678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202617755" name="Textplatzhalter 1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669981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1949989143" name="Textplatzhalter 10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69981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Institut und Professur</a:t>
            </a:r>
            <a:endParaRPr/>
          </a:p>
        </p:txBody>
      </p:sp>
      <p:sp>
        <p:nvSpPr>
          <p:cNvPr id="1367053736" name="Rechteck 23"/>
          <p:cNvSpPr/>
          <p:nvPr userDrawn="1"/>
        </p:nvSpPr>
        <p:spPr bwMode="auto">
          <a:xfrm>
            <a:off x="2556630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400"/>
          </a:p>
        </p:txBody>
      </p:sp>
      <p:sp>
        <p:nvSpPr>
          <p:cNvPr id="1413638367" name="Bildplatzhalter 7"/>
          <p:cNvSpPr>
            <a:spLocks noChangeAspect="1" noGrp="1"/>
          </p:cNvSpPr>
          <p:nvPr>
            <p:ph type="pic" sz="quarter" idx="26"/>
          </p:nvPr>
        </p:nvSpPr>
        <p:spPr bwMode="auto">
          <a:xfrm>
            <a:off x="2914830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079870133" name="Textplatzhalter 10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2752133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1462215723" name="Textplatzhalter 10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2752133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Institut und Professur</a:t>
            </a:r>
            <a:endParaRPr/>
          </a:p>
        </p:txBody>
      </p:sp>
      <p:sp>
        <p:nvSpPr>
          <p:cNvPr id="914904060" name="Rechteck 27"/>
          <p:cNvSpPr/>
          <p:nvPr userDrawn="1"/>
        </p:nvSpPr>
        <p:spPr bwMode="auto">
          <a:xfrm>
            <a:off x="4631031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400"/>
          </a:p>
        </p:txBody>
      </p:sp>
      <p:sp>
        <p:nvSpPr>
          <p:cNvPr id="198547938" name="Bildplatzhalter 7"/>
          <p:cNvSpPr>
            <a:spLocks noChangeAspect="1" noGrp="1"/>
          </p:cNvSpPr>
          <p:nvPr>
            <p:ph type="pic" sz="quarter" idx="27"/>
          </p:nvPr>
        </p:nvSpPr>
        <p:spPr bwMode="auto">
          <a:xfrm>
            <a:off x="4989231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65406921" name="Textplatzhalter 10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826534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546877293" name="Textplatzhalter 10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826534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Institut und Professur</a:t>
            </a:r>
            <a:endParaRPr/>
          </a:p>
        </p:txBody>
      </p:sp>
      <p:sp>
        <p:nvSpPr>
          <p:cNvPr id="1086988885" name="Rechteck 31"/>
          <p:cNvSpPr/>
          <p:nvPr userDrawn="1"/>
        </p:nvSpPr>
        <p:spPr bwMode="auto">
          <a:xfrm>
            <a:off x="6705432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400"/>
          </a:p>
        </p:txBody>
      </p:sp>
      <p:sp>
        <p:nvSpPr>
          <p:cNvPr id="1165375167" name="Bildplatzhalter 7"/>
          <p:cNvSpPr>
            <a:spLocks noChangeAspect="1" noGrp="1"/>
          </p:cNvSpPr>
          <p:nvPr>
            <p:ph type="pic" sz="quarter" idx="28"/>
          </p:nvPr>
        </p:nvSpPr>
        <p:spPr bwMode="auto">
          <a:xfrm>
            <a:off x="7063632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1172827" name="Textplatzhalter 10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900935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1339293148" name="Textplatzhalter 10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900935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Institut und Professur</a:t>
            </a:r>
            <a:endParaRPr/>
          </a:p>
        </p:txBody>
      </p:sp>
      <p:sp>
        <p:nvSpPr>
          <p:cNvPr id="1960001282" name="Datumsplatzhalter 1"/>
          <p:cNvSpPr>
            <a:spLocks noGrp="1"/>
          </p:cNvSpPr>
          <p:nvPr>
            <p:ph type="dt" sz="half" idx="29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1820797036" name="Fußzeilenplatzhalter 6"/>
          <p:cNvSpPr>
            <a:spLocks noGrp="1"/>
          </p:cNvSpPr>
          <p:nvPr>
            <p:ph type="ftr" sz="quarter" idx="3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960711686" name="Foliennummernplatzhalter 7"/>
          <p:cNvSpPr>
            <a:spLocks noGrp="1"/>
          </p:cNvSpPr>
          <p:nvPr>
            <p:ph type="sldNum" sz="quarter" idx="31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586738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GB"/>
          </a:p>
        </p:txBody>
      </p:sp>
      <p:sp>
        <p:nvSpPr>
          <p:cNvPr id="187168595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</a:lstStyle>
          <a:p>
            <a:pPr lvl="0">
              <a:defRPr/>
            </a:pPr>
            <a:r>
              <a:rPr lang="de-DE"/>
              <a:t>Untertitel durch Klicken bearbeiten</a:t>
            </a:r>
            <a:endParaRPr/>
          </a:p>
        </p:txBody>
      </p:sp>
      <p:sp>
        <p:nvSpPr>
          <p:cNvPr id="66533520" name="Datumsplatzhalter 1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1426151150" name="Fußzeilenplatzhalter 7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223829218" name="Foliennummernplatzhalter 8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31462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2068966829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393118969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chluss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9655590" name="Grafik 1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02988" y="268958"/>
            <a:ext cx="2136071" cy="431998"/>
          </a:xfrm>
          <a:prstGeom prst="rect">
            <a:avLst/>
          </a:prstGeom>
        </p:spPr>
      </p:pic>
      <p:pic>
        <p:nvPicPr>
          <p:cNvPr id="650461908" name="Grafik 16"/>
          <p:cNvPicPr>
            <a:picLocks noChangeAspect="1"/>
          </p:cNvPicPr>
          <p:nvPr userDrawn="1"/>
        </p:nvPicPr>
        <p:blipFill rotWithShape="1">
          <a:blip r:embed="rId3"/>
          <a:srcRect l="23763" t="1" r="0" b="-1"/>
          <a:stretch/>
        </p:blipFill>
        <p:spPr bwMode="auto">
          <a:xfrm>
            <a:off x="910588" y="580838"/>
            <a:ext cx="1628471" cy="168351"/>
          </a:xfrm>
          <a:prstGeom prst="rect">
            <a:avLst/>
          </a:prstGeom>
        </p:spPr>
      </p:pic>
      <p:sp>
        <p:nvSpPr>
          <p:cNvPr id="1130630754" name="Textfeld 15"/>
          <p:cNvSpPr txBox="1"/>
          <p:nvPr userDrawn="1"/>
        </p:nvSpPr>
        <p:spPr bwMode="auto"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  <a:defRPr/>
            </a:pPr>
            <a:r>
              <a:rPr lang="de-DE" sz="2000" b="1">
                <a:solidFill>
                  <a:schemeClr val="tx1"/>
                </a:solidFill>
              </a:rPr>
              <a:t>Thank</a:t>
            </a:r>
            <a:r>
              <a:rPr lang="de-DE" sz="2000" b="1">
                <a:solidFill>
                  <a:schemeClr val="tx1"/>
                </a:solidFill>
              </a:rPr>
              <a:t> </a:t>
            </a:r>
            <a:r>
              <a:rPr lang="de-DE" sz="2000" b="1">
                <a:solidFill>
                  <a:schemeClr val="tx1"/>
                </a:solidFill>
              </a:rPr>
              <a:t>you</a:t>
            </a:r>
            <a:r>
              <a:rPr lang="de-DE" sz="2000" b="1">
                <a:solidFill>
                  <a:schemeClr val="tx1"/>
                </a:solidFill>
              </a:rPr>
              <a:t>!</a:t>
            </a:r>
            <a:endParaRPr/>
          </a:p>
        </p:txBody>
      </p:sp>
      <p:sp>
        <p:nvSpPr>
          <p:cNvPr id="1166282754" name="Bildplatzhalter 7"/>
          <p:cNvSpPr>
            <a:spLocks noGrp="1"/>
          </p:cNvSpPr>
          <p:nvPr>
            <p:ph type="pic" sz="quarter" idx="14"/>
          </p:nvPr>
        </p:nvSpPr>
        <p:spPr bwMode="auto">
          <a:xfrm>
            <a:off x="410400" y="1911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301409000" name="Textplatzhalter 1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556966867" name="E-Mail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174400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/>
              <a:buNone/>
              <a:defRPr/>
            </a:pPr>
            <a:r>
              <a:rPr lang="de-DE"/>
              <a:t>e-mail</a:t>
            </a:r>
            <a:endParaRPr lang="de-DE"/>
          </a:p>
        </p:txBody>
      </p:sp>
      <p:sp>
        <p:nvSpPr>
          <p:cNvPr id="922580034" name="Email Adresse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717046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enter</a:t>
            </a:r>
            <a:r>
              <a:rPr lang="de-DE"/>
              <a:t> </a:t>
            </a:r>
            <a:r>
              <a:rPr lang="de-DE"/>
              <a:t>address</a:t>
            </a:r>
            <a:endParaRPr lang="de-DE"/>
          </a:p>
        </p:txBody>
      </p:sp>
      <p:sp>
        <p:nvSpPr>
          <p:cNvPr id="95726380" name="Telefonnummer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74400" y="2803118"/>
            <a:ext cx="1745931" cy="245786"/>
          </a:xfrm>
        </p:spPr>
        <p:txBody>
          <a:bodyPr wrap="none"/>
          <a:lstStyle>
            <a:lvl1pPr marL="0" indent="0">
              <a:buNone/>
              <a:tabLst>
                <a:tab pos="538163" algn="l"/>
              </a:tabLst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tabLst>
                <a:tab pos="541338" algn="l"/>
              </a:tabLst>
              <a:defRPr/>
            </a:pPr>
            <a:r>
              <a:rPr lang="de-DE">
                <a:solidFill>
                  <a:schemeClr val="tx1"/>
                </a:solidFill>
              </a:rPr>
              <a:t>phone</a:t>
            </a:r>
            <a:r>
              <a:rPr lang="de-DE">
                <a:solidFill>
                  <a:schemeClr val="tx1"/>
                </a:solidFill>
              </a:rPr>
              <a:t>	+49 (0) 711 685-</a:t>
            </a:r>
            <a:endParaRPr/>
          </a:p>
        </p:txBody>
      </p:sp>
      <p:sp>
        <p:nvSpPr>
          <p:cNvPr id="1684266714" name="Durchwahl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861485" y="2803118"/>
            <a:ext cx="649266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###-##</a:t>
            </a:r>
            <a:endParaRPr/>
          </a:p>
        </p:txBody>
      </p:sp>
      <p:sp>
        <p:nvSpPr>
          <p:cNvPr id="1685030036" name="www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174401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www.</a:t>
            </a:r>
            <a:endParaRPr/>
          </a:p>
        </p:txBody>
      </p:sp>
      <p:sp>
        <p:nvSpPr>
          <p:cNvPr id="655762185" name="Webadresse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539208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enter</a:t>
            </a:r>
            <a:r>
              <a:rPr lang="de-DE"/>
              <a:t> </a:t>
            </a:r>
            <a:r>
              <a:rPr lang="de-DE"/>
              <a:t>address</a:t>
            </a:r>
            <a:endParaRPr lang="de-DE"/>
          </a:p>
        </p:txBody>
      </p:sp>
      <p:sp>
        <p:nvSpPr>
          <p:cNvPr id="2008786636" name="Universität Stuttgart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2174400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tabLst>
                <a:tab pos="541338" algn="l"/>
              </a:tabLst>
              <a:defRPr/>
            </a:pPr>
            <a:r>
              <a:rPr lang="de-DE"/>
              <a:t>University </a:t>
            </a:r>
            <a:r>
              <a:rPr lang="de-DE"/>
              <a:t>of</a:t>
            </a:r>
            <a:r>
              <a:rPr lang="de-DE"/>
              <a:t> Stuttgart</a:t>
            </a:r>
            <a:endParaRPr/>
          </a:p>
        </p:txBody>
      </p:sp>
      <p:sp>
        <p:nvSpPr>
          <p:cNvPr id="2117044501" name="Abteilung Institut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2174400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Department </a:t>
            </a:r>
            <a:r>
              <a:rPr lang="de-DE"/>
              <a:t>or</a:t>
            </a:r>
            <a:r>
              <a:rPr lang="de-DE"/>
              <a:t> </a:t>
            </a:r>
            <a:r>
              <a:rPr lang="de-DE"/>
              <a:t>institute</a:t>
            </a:r>
            <a:r>
              <a:rPr lang="de-DE"/>
              <a:t> </a:t>
            </a:r>
            <a:r>
              <a:rPr lang="de-DE"/>
              <a:t>name</a:t>
            </a:r>
            <a:endParaRPr lang="de-DE"/>
          </a:p>
        </p:txBody>
      </p:sp>
      <p:sp>
        <p:nvSpPr>
          <p:cNvPr id="277525960" name="Adressfeld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2174400" y="3983432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Address</a:t>
            </a:r>
            <a:endParaRPr lang="de-D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chlussfolie blau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7843460" name="Grafik 27"/>
          <p:cNvPicPr>
            <a:picLocks noChangeAspect="1"/>
          </p:cNvPicPr>
          <p:nvPr userDrawn="1"/>
        </p:nvPicPr>
        <p:blipFill rotWithShape="1">
          <a:blip r:embed="rId3">
            <a:biLevel thresh="25000"/>
          </a:blip>
          <a:stretch/>
        </p:blipFill>
        <p:spPr bwMode="auto">
          <a:xfrm>
            <a:off x="406800" y="344529"/>
            <a:ext cx="2136071" cy="431998"/>
          </a:xfrm>
          <a:prstGeom prst="rect">
            <a:avLst/>
          </a:prstGeom>
        </p:spPr>
      </p:pic>
      <p:pic>
        <p:nvPicPr>
          <p:cNvPr id="1161035850" name="Grafik 28"/>
          <p:cNvPicPr>
            <a:picLocks noChangeAspect="1"/>
          </p:cNvPicPr>
          <p:nvPr userDrawn="1"/>
        </p:nvPicPr>
        <p:blipFill rotWithShape="1">
          <a:blip r:embed="rId4">
            <a:biLevel thresh="25000"/>
          </a:blip>
          <a:srcRect l="23763" t="1" r="0" b="-1"/>
          <a:stretch/>
        </p:blipFill>
        <p:spPr bwMode="auto">
          <a:xfrm>
            <a:off x="914400" y="656409"/>
            <a:ext cx="1628471" cy="168351"/>
          </a:xfrm>
          <a:prstGeom prst="rect">
            <a:avLst/>
          </a:prstGeom>
        </p:spPr>
      </p:pic>
      <p:sp>
        <p:nvSpPr>
          <p:cNvPr id="365869121" name="Textfeld 15"/>
          <p:cNvSpPr txBox="1"/>
          <p:nvPr userDrawn="1"/>
        </p:nvSpPr>
        <p:spPr bwMode="auto"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  <a:defRPr/>
            </a:pPr>
            <a:r>
              <a:rPr lang="de-DE" sz="2000" b="1">
                <a:solidFill>
                  <a:schemeClr val="bg1"/>
                </a:solidFill>
              </a:rPr>
              <a:t>Thank</a:t>
            </a:r>
            <a:r>
              <a:rPr lang="de-DE" sz="2000" b="1">
                <a:solidFill>
                  <a:schemeClr val="bg1"/>
                </a:solidFill>
              </a:rPr>
              <a:t> </a:t>
            </a:r>
            <a:r>
              <a:rPr lang="de-DE" sz="2000" b="1">
                <a:solidFill>
                  <a:schemeClr val="bg1"/>
                </a:solidFill>
              </a:rPr>
              <a:t>you</a:t>
            </a:r>
            <a:r>
              <a:rPr lang="de-DE" sz="2000" b="1">
                <a:solidFill>
                  <a:schemeClr val="bg1"/>
                </a:solidFill>
              </a:rPr>
              <a:t>!</a:t>
            </a:r>
            <a:endParaRPr/>
          </a:p>
        </p:txBody>
      </p:sp>
      <p:sp>
        <p:nvSpPr>
          <p:cNvPr id="2040498873" name="Bildplatzhalter 7"/>
          <p:cNvSpPr>
            <a:spLocks noGrp="1"/>
          </p:cNvSpPr>
          <p:nvPr>
            <p:ph type="pic" sz="quarter" idx="14"/>
          </p:nvPr>
        </p:nvSpPr>
        <p:spPr bwMode="auto">
          <a:xfrm>
            <a:off x="410400" y="1911600"/>
            <a:ext cx="1440000" cy="1440000"/>
          </a:xfrm>
          <a:prstGeom prst="ellipse">
            <a:avLst/>
          </a:prstGeom>
          <a:solidFill>
            <a:schemeClr val="bg1"/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1714170" name="Textplatzhalter 1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1396499748" name="E-Mail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174400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/>
              <a:buNone/>
              <a:defRPr/>
            </a:pPr>
            <a:r>
              <a:rPr lang="de-DE"/>
              <a:t>e-mail</a:t>
            </a:r>
            <a:endParaRPr lang="de-DE"/>
          </a:p>
        </p:txBody>
      </p:sp>
      <p:sp>
        <p:nvSpPr>
          <p:cNvPr id="536497742" name="Email Adresse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717046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enter</a:t>
            </a:r>
            <a:r>
              <a:rPr lang="de-DE"/>
              <a:t> </a:t>
            </a:r>
            <a:r>
              <a:rPr lang="de-DE"/>
              <a:t>address</a:t>
            </a:r>
            <a:endParaRPr lang="de-DE"/>
          </a:p>
        </p:txBody>
      </p:sp>
      <p:sp>
        <p:nvSpPr>
          <p:cNvPr id="1804271093" name="Durchwahl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174400" y="2803119"/>
            <a:ext cx="1745931" cy="245786"/>
          </a:xfrm>
        </p:spPr>
        <p:txBody>
          <a:bodyPr/>
          <a:lstStyle>
            <a:lvl1pPr marL="0" indent="0" defTabSz="53975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phone</a:t>
            </a:r>
            <a:r>
              <a:rPr lang="de-DE"/>
              <a:t>	+49 (0) 711 685-</a:t>
            </a:r>
            <a:endParaRPr/>
          </a:p>
        </p:txBody>
      </p:sp>
      <p:sp>
        <p:nvSpPr>
          <p:cNvPr id="2132178429" name="Durchwahl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861485" y="2803119"/>
            <a:ext cx="649266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###-##</a:t>
            </a:r>
            <a:endParaRPr/>
          </a:p>
        </p:txBody>
      </p:sp>
      <p:sp>
        <p:nvSpPr>
          <p:cNvPr id="1469558288" name="www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174401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www.</a:t>
            </a:r>
            <a:endParaRPr/>
          </a:p>
        </p:txBody>
      </p:sp>
      <p:sp>
        <p:nvSpPr>
          <p:cNvPr id="1969634306" name="Webadresse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539208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enter</a:t>
            </a:r>
            <a:r>
              <a:rPr lang="de-DE"/>
              <a:t> </a:t>
            </a:r>
            <a:r>
              <a:rPr lang="de-DE"/>
              <a:t>address</a:t>
            </a:r>
            <a:endParaRPr lang="de-DE"/>
          </a:p>
        </p:txBody>
      </p:sp>
      <p:sp>
        <p:nvSpPr>
          <p:cNvPr id="1957314003" name="Universität Stuttgart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2174400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tabLst>
                <a:tab pos="541338" algn="l"/>
              </a:tabLst>
              <a:defRPr/>
            </a:pPr>
            <a:r>
              <a:rPr lang="de-DE"/>
              <a:t>University </a:t>
            </a:r>
            <a:r>
              <a:rPr lang="de-DE"/>
              <a:t>of</a:t>
            </a:r>
            <a:r>
              <a:rPr lang="de-DE"/>
              <a:t> Stuttgart</a:t>
            </a:r>
            <a:endParaRPr/>
          </a:p>
        </p:txBody>
      </p:sp>
      <p:sp>
        <p:nvSpPr>
          <p:cNvPr id="1219825751" name="Abteilung Institut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2174400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Department </a:t>
            </a:r>
            <a:r>
              <a:rPr lang="de-DE"/>
              <a:t>or</a:t>
            </a:r>
            <a:r>
              <a:rPr lang="de-DE"/>
              <a:t> </a:t>
            </a:r>
            <a:r>
              <a:rPr lang="de-DE"/>
              <a:t>institute</a:t>
            </a:r>
            <a:r>
              <a:rPr lang="de-DE"/>
              <a:t> </a:t>
            </a:r>
            <a:r>
              <a:rPr lang="de-DE"/>
              <a:t>name</a:t>
            </a:r>
            <a:endParaRPr lang="de-DE"/>
          </a:p>
        </p:txBody>
      </p:sp>
      <p:sp>
        <p:nvSpPr>
          <p:cNvPr id="830598973" name="Adressfeld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2174400" y="3983432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Address</a:t>
            </a:r>
            <a:endParaRPr lang="de-DE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stitute_Schluss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93307570" name="Grafik 1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02988" y="268958"/>
            <a:ext cx="2136071" cy="431998"/>
          </a:xfrm>
          <a:prstGeom prst="rect">
            <a:avLst/>
          </a:prstGeom>
        </p:spPr>
      </p:pic>
      <p:sp>
        <p:nvSpPr>
          <p:cNvPr id="1551975435" name="Textplatzhalt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952454" y="593154"/>
            <a:ext cx="3561913" cy="43508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>
              <a:defRPr/>
            </a:pPr>
            <a:r>
              <a:rPr lang="de-DE"/>
              <a:t>Institutsname max. 2-zeilig, bitte hier klicken und überschreiben</a:t>
            </a:r>
            <a:endParaRPr/>
          </a:p>
        </p:txBody>
      </p:sp>
      <p:sp>
        <p:nvSpPr>
          <p:cNvPr id="528512239" name="Textfeld 15"/>
          <p:cNvSpPr txBox="1"/>
          <p:nvPr userDrawn="1"/>
        </p:nvSpPr>
        <p:spPr bwMode="auto"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  <a:defRPr/>
            </a:pPr>
            <a:r>
              <a:rPr lang="de-DE" sz="2000" b="1">
                <a:solidFill>
                  <a:schemeClr val="tx1"/>
                </a:solidFill>
              </a:rPr>
              <a:t>Thank</a:t>
            </a:r>
            <a:r>
              <a:rPr lang="de-DE" sz="2000" b="1">
                <a:solidFill>
                  <a:schemeClr val="tx1"/>
                </a:solidFill>
              </a:rPr>
              <a:t> </a:t>
            </a:r>
            <a:r>
              <a:rPr lang="de-DE" sz="2000" b="1">
                <a:solidFill>
                  <a:schemeClr val="tx1"/>
                </a:solidFill>
              </a:rPr>
              <a:t>you</a:t>
            </a:r>
            <a:r>
              <a:rPr lang="de-DE" sz="2000" b="1">
                <a:solidFill>
                  <a:schemeClr val="tx1"/>
                </a:solidFill>
              </a:rPr>
              <a:t>!</a:t>
            </a:r>
            <a:endParaRPr/>
          </a:p>
        </p:txBody>
      </p:sp>
      <p:sp>
        <p:nvSpPr>
          <p:cNvPr id="1790041205" name="Bildplatzhalter 7"/>
          <p:cNvSpPr>
            <a:spLocks noGrp="1"/>
          </p:cNvSpPr>
          <p:nvPr>
            <p:ph type="pic" sz="quarter" idx="14"/>
          </p:nvPr>
        </p:nvSpPr>
        <p:spPr bwMode="auto">
          <a:xfrm>
            <a:off x="410400" y="1911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63455308" name="Textplatzhalter 1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663711816" name="E-Mail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174400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/>
              <a:buNone/>
              <a:defRPr/>
            </a:pPr>
            <a:r>
              <a:rPr lang="de-DE"/>
              <a:t>e-mail</a:t>
            </a:r>
            <a:endParaRPr lang="de-DE"/>
          </a:p>
        </p:txBody>
      </p:sp>
      <p:sp>
        <p:nvSpPr>
          <p:cNvPr id="151859244" name="Email Adresse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717046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enter</a:t>
            </a:r>
            <a:r>
              <a:rPr lang="de-DE"/>
              <a:t> </a:t>
            </a:r>
            <a:r>
              <a:rPr lang="de-DE"/>
              <a:t>address</a:t>
            </a:r>
            <a:endParaRPr lang="de-DE"/>
          </a:p>
        </p:txBody>
      </p:sp>
      <p:sp>
        <p:nvSpPr>
          <p:cNvPr id="1015756052" name="Telefonnummer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74400" y="2803118"/>
            <a:ext cx="1745931" cy="245786"/>
          </a:xfrm>
        </p:spPr>
        <p:txBody>
          <a:bodyPr wrap="none"/>
          <a:lstStyle>
            <a:lvl1pPr marL="0" indent="0" defTabSz="538163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tabLst>
                <a:tab pos="541338" algn="l"/>
              </a:tabLst>
              <a:defRPr/>
            </a:pPr>
            <a:r>
              <a:rPr lang="de-DE">
                <a:solidFill>
                  <a:schemeClr val="tx1"/>
                </a:solidFill>
              </a:rPr>
              <a:t>phone</a:t>
            </a:r>
            <a:r>
              <a:rPr lang="de-DE">
                <a:solidFill>
                  <a:schemeClr val="tx1"/>
                </a:solidFill>
              </a:rPr>
              <a:t>	+49 (0) 711 685-</a:t>
            </a:r>
            <a:endParaRPr/>
          </a:p>
        </p:txBody>
      </p:sp>
      <p:sp>
        <p:nvSpPr>
          <p:cNvPr id="1038106936" name="Durchwahl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861485" y="2803119"/>
            <a:ext cx="649266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###-##</a:t>
            </a:r>
            <a:endParaRPr/>
          </a:p>
        </p:txBody>
      </p:sp>
      <p:sp>
        <p:nvSpPr>
          <p:cNvPr id="874999645" name="www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174401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www.</a:t>
            </a:r>
            <a:endParaRPr/>
          </a:p>
        </p:txBody>
      </p:sp>
      <p:sp>
        <p:nvSpPr>
          <p:cNvPr id="471321903" name="Webadresse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539208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enter</a:t>
            </a:r>
            <a:r>
              <a:rPr lang="de-DE"/>
              <a:t> </a:t>
            </a:r>
            <a:r>
              <a:rPr lang="de-DE"/>
              <a:t>address</a:t>
            </a:r>
            <a:endParaRPr lang="de-DE"/>
          </a:p>
        </p:txBody>
      </p:sp>
      <p:sp>
        <p:nvSpPr>
          <p:cNvPr id="868629922" name="Universität Stuttgart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2174400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tabLst>
                <a:tab pos="541338" algn="l"/>
              </a:tabLst>
              <a:defRPr/>
            </a:pPr>
            <a:r>
              <a:rPr lang="de-DE"/>
              <a:t>University </a:t>
            </a:r>
            <a:r>
              <a:rPr lang="de-DE"/>
              <a:t>of</a:t>
            </a:r>
            <a:r>
              <a:rPr lang="de-DE"/>
              <a:t> Stuttgart</a:t>
            </a:r>
            <a:endParaRPr/>
          </a:p>
        </p:txBody>
      </p:sp>
      <p:sp>
        <p:nvSpPr>
          <p:cNvPr id="1538779157" name="Abteilung Institut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2174400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Department </a:t>
            </a:r>
            <a:r>
              <a:rPr lang="de-DE"/>
              <a:t>or</a:t>
            </a:r>
            <a:r>
              <a:rPr lang="de-DE"/>
              <a:t> </a:t>
            </a:r>
            <a:r>
              <a:rPr lang="de-DE"/>
              <a:t>institute</a:t>
            </a:r>
            <a:r>
              <a:rPr lang="de-DE"/>
              <a:t> </a:t>
            </a:r>
            <a:r>
              <a:rPr lang="de-DE"/>
              <a:t>name</a:t>
            </a:r>
            <a:endParaRPr lang="de-DE"/>
          </a:p>
        </p:txBody>
      </p:sp>
      <p:sp>
        <p:nvSpPr>
          <p:cNvPr id="925053434" name="Adressfeld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2174400" y="3983432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Address</a:t>
            </a:r>
            <a:endParaRPr lang="de-D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stitute_Schlussfolie blau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4619944" name="Grafik 18"/>
          <p:cNvPicPr>
            <a:picLocks noChangeAspect="1"/>
          </p:cNvPicPr>
          <p:nvPr userDrawn="1"/>
        </p:nvPicPr>
        <p:blipFill rotWithShape="1">
          <a:blip r:embed="rId3">
            <a:biLevel thresh="25000"/>
          </a:blip>
          <a:stretch/>
        </p:blipFill>
        <p:spPr bwMode="auto"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1313264659" name="Textplatzhalter 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954000" y="649575"/>
            <a:ext cx="3561913" cy="483423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Institutsname max. 2-zeilig, bitte hier klicken und überschreiben</a:t>
            </a:r>
            <a:endParaRPr/>
          </a:p>
        </p:txBody>
      </p:sp>
      <p:sp>
        <p:nvSpPr>
          <p:cNvPr id="2145116697" name="Textfeld 15"/>
          <p:cNvSpPr txBox="1"/>
          <p:nvPr userDrawn="1"/>
        </p:nvSpPr>
        <p:spPr bwMode="auto"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  <a:defRPr/>
            </a:pPr>
            <a:r>
              <a:rPr lang="de-DE" sz="2000" b="1">
                <a:solidFill>
                  <a:schemeClr val="bg1"/>
                </a:solidFill>
              </a:rPr>
              <a:t>Thank</a:t>
            </a:r>
            <a:r>
              <a:rPr lang="de-DE" sz="2000" b="1">
                <a:solidFill>
                  <a:schemeClr val="bg1"/>
                </a:solidFill>
              </a:rPr>
              <a:t> </a:t>
            </a:r>
            <a:r>
              <a:rPr lang="de-DE" sz="2000" b="1">
                <a:solidFill>
                  <a:schemeClr val="bg1"/>
                </a:solidFill>
              </a:rPr>
              <a:t>you</a:t>
            </a:r>
            <a:r>
              <a:rPr lang="de-DE" sz="2000" b="1">
                <a:solidFill>
                  <a:schemeClr val="bg1"/>
                </a:solidFill>
              </a:rPr>
              <a:t>!</a:t>
            </a:r>
            <a:endParaRPr/>
          </a:p>
        </p:txBody>
      </p:sp>
      <p:sp>
        <p:nvSpPr>
          <p:cNvPr id="1036110465" name="Bildplatzhalter 7"/>
          <p:cNvSpPr>
            <a:spLocks noGrp="1"/>
          </p:cNvSpPr>
          <p:nvPr>
            <p:ph type="pic" sz="quarter" idx="14"/>
          </p:nvPr>
        </p:nvSpPr>
        <p:spPr bwMode="auto">
          <a:xfrm>
            <a:off x="410400" y="1911600"/>
            <a:ext cx="1440000" cy="1440000"/>
          </a:xfrm>
          <a:prstGeom prst="ellipse">
            <a:avLst/>
          </a:prstGeom>
          <a:solidFill>
            <a:schemeClr val="bg1"/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57079380" name="Textplatzhalter 1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Name</a:t>
            </a:r>
            <a:endParaRPr/>
          </a:p>
        </p:txBody>
      </p:sp>
      <p:sp>
        <p:nvSpPr>
          <p:cNvPr id="107049138" name="E-Mail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174400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/>
              <a:buNone/>
              <a:defRPr/>
            </a:pPr>
            <a:r>
              <a:rPr lang="de-DE"/>
              <a:t>e-mail</a:t>
            </a:r>
            <a:endParaRPr lang="de-DE"/>
          </a:p>
        </p:txBody>
      </p:sp>
      <p:sp>
        <p:nvSpPr>
          <p:cNvPr id="95609988" name="Email Adresse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717046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enter</a:t>
            </a:r>
            <a:r>
              <a:rPr lang="de-DE"/>
              <a:t> </a:t>
            </a:r>
            <a:r>
              <a:rPr lang="de-DE"/>
              <a:t>address</a:t>
            </a:r>
            <a:endParaRPr lang="de-DE"/>
          </a:p>
        </p:txBody>
      </p:sp>
      <p:sp>
        <p:nvSpPr>
          <p:cNvPr id="1852427564" name="Durchwahl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2174400" y="2803119"/>
            <a:ext cx="1745931" cy="245786"/>
          </a:xfrm>
        </p:spPr>
        <p:txBody>
          <a:bodyPr/>
          <a:lstStyle>
            <a:lvl1pPr marL="0" indent="0" defTabSz="538163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Phone	+49 (0) 711 685-</a:t>
            </a:r>
            <a:endParaRPr/>
          </a:p>
        </p:txBody>
      </p:sp>
      <p:sp>
        <p:nvSpPr>
          <p:cNvPr id="2119588199" name="Durchwahl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861485" y="2803119"/>
            <a:ext cx="649266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###-##</a:t>
            </a:r>
            <a:endParaRPr/>
          </a:p>
        </p:txBody>
      </p:sp>
      <p:sp>
        <p:nvSpPr>
          <p:cNvPr id="957346672" name="www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2174401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www.</a:t>
            </a:r>
            <a:endParaRPr/>
          </a:p>
        </p:txBody>
      </p:sp>
      <p:sp>
        <p:nvSpPr>
          <p:cNvPr id="202733800" name="Webadresse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539208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enter</a:t>
            </a:r>
            <a:r>
              <a:rPr lang="de-DE"/>
              <a:t> </a:t>
            </a:r>
            <a:r>
              <a:rPr lang="de-DE"/>
              <a:t>address</a:t>
            </a:r>
            <a:endParaRPr lang="de-DE"/>
          </a:p>
        </p:txBody>
      </p:sp>
      <p:sp>
        <p:nvSpPr>
          <p:cNvPr id="1981747486" name="Universität Stuttgart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2174400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tabLst>
                <a:tab pos="541338" algn="l"/>
              </a:tabLst>
              <a:defRPr/>
            </a:pPr>
            <a:r>
              <a:rPr lang="de-DE"/>
              <a:t>University </a:t>
            </a:r>
            <a:r>
              <a:rPr lang="de-DE"/>
              <a:t>of</a:t>
            </a:r>
            <a:r>
              <a:rPr lang="de-DE"/>
              <a:t> Stuttgart</a:t>
            </a:r>
            <a:endParaRPr/>
          </a:p>
        </p:txBody>
      </p:sp>
      <p:sp>
        <p:nvSpPr>
          <p:cNvPr id="665479969" name="Abteilung Institut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2174400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Department </a:t>
            </a:r>
            <a:r>
              <a:rPr lang="de-DE"/>
              <a:t>or</a:t>
            </a:r>
            <a:r>
              <a:rPr lang="de-DE"/>
              <a:t> </a:t>
            </a:r>
            <a:r>
              <a:rPr lang="de-DE"/>
              <a:t>institute</a:t>
            </a:r>
            <a:r>
              <a:rPr lang="de-DE"/>
              <a:t> </a:t>
            </a:r>
            <a:r>
              <a:rPr lang="de-DE"/>
              <a:t>name</a:t>
            </a:r>
            <a:endParaRPr lang="de-DE"/>
          </a:p>
        </p:txBody>
      </p:sp>
      <p:sp>
        <p:nvSpPr>
          <p:cNvPr id="1474755008" name="Adressfeld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2174400" y="3983432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Address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196703" name="Titelplatzhalter 6"/>
          <p:cNvSpPr>
            <a:spLocks noGrp="1"/>
          </p:cNvSpPr>
          <p:nvPr>
            <p:ph type="title"/>
          </p:nvPr>
        </p:nvSpPr>
        <p:spPr bwMode="auto">
          <a:xfrm>
            <a:off x="466727" y="324000"/>
            <a:ext cx="8245475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945548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8316" y="1008000"/>
            <a:ext cx="8243887" cy="370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69260546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66725" y="4876200"/>
            <a:ext cx="6063501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669454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754400" y="4876200"/>
            <a:ext cx="532800" cy="12311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 lang="en-US" sz="800"/>
            </a:lvl1pPr>
          </a:lstStyle>
          <a:p>
            <a:pPr>
              <a:defRPr/>
            </a:pPr>
            <a:r>
              <a:rPr lang="de-DE"/>
              <a:t>08/20/2020</a:t>
            </a:r>
            <a:endParaRPr lang="en-US"/>
          </a:p>
        </p:txBody>
      </p:sp>
      <p:sp>
        <p:nvSpPr>
          <p:cNvPr id="21290740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489000" y="4876200"/>
            <a:ext cx="223200" cy="12311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E82CC3C-1DC0-4FDA-9590-6CC506AB67F8}" type="slidenum">
              <a:rPr lang="en-US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dt="1" ftr="1" hdr="0" sldNum="1"/>
  <p:txStyles>
    <p:titleStyle>
      <a:lvl1pPr algn="l" defTabSz="685793" rtl="0">
        <a:lnSpc>
          <a:spcPct val="90000"/>
        </a:lnSpc>
        <a:spcBef>
          <a:spcPts val="0"/>
        </a:spcBef>
        <a:buNone/>
        <a:defRPr sz="18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8" indent="-171448" algn="l" defTabSz="685793" rtl="0">
        <a:lnSpc>
          <a:spcPct val="120000"/>
        </a:lnSpc>
        <a:spcBef>
          <a:spcPts val="75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360360" indent="-184148" algn="l" defTabSz="685793" rtl="0">
        <a:lnSpc>
          <a:spcPct val="120000"/>
        </a:lnSpc>
        <a:spcBef>
          <a:spcPts val="376"/>
        </a:spcBef>
        <a:buClr>
          <a:schemeClr val="tx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536570" indent="-176212" algn="l" defTabSz="685793" rtl="0">
        <a:lnSpc>
          <a:spcPct val="120000"/>
        </a:lnSpc>
        <a:spcBef>
          <a:spcPts val="376"/>
        </a:spcBef>
        <a:buClr>
          <a:schemeClr val="tx1"/>
        </a:buClr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720718" indent="-184148" algn="l" defTabSz="685793" rtl="0">
        <a:lnSpc>
          <a:spcPct val="120000"/>
        </a:lnSpc>
        <a:spcBef>
          <a:spcPts val="376"/>
        </a:spcBef>
        <a:buClr>
          <a:schemeClr val="tx1"/>
        </a:buClr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896929" indent="-176212" algn="l" defTabSz="685793" rtl="0">
        <a:lnSpc>
          <a:spcPct val="120000"/>
        </a:lnSpc>
        <a:spcBef>
          <a:spcPts val="376"/>
        </a:spcBef>
        <a:buClr>
          <a:schemeClr val="tx1"/>
        </a:buClr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1885931" indent="-171448" algn="l" defTabSz="685793" rtl="0">
        <a:lnSpc>
          <a:spcPct val="90000"/>
        </a:lnSpc>
        <a:spcBef>
          <a:spcPts val="376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28" indent="-171448" algn="l" defTabSz="685793" rtl="0">
        <a:lnSpc>
          <a:spcPct val="90000"/>
        </a:lnSpc>
        <a:spcBef>
          <a:spcPts val="376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24" indent="-171448" algn="l" defTabSz="685793" rtl="0">
        <a:lnSpc>
          <a:spcPct val="90000"/>
        </a:lnSpc>
        <a:spcBef>
          <a:spcPts val="376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21" indent="-171448" algn="l" defTabSz="685793" rtl="0">
        <a:lnSpc>
          <a:spcPct val="90000"/>
        </a:lnSpc>
        <a:spcBef>
          <a:spcPts val="376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93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685793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685793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689" algn="l" defTabSz="685793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685793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685793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685793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685793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685793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0.jp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1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doi.org/10.1038/sdata.2017.181" TargetMode="External"/><Relationship Id="rId4" Type="http://schemas.openxmlformats.org/officeDocument/2006/relationships/hyperlink" Target="https://doi.org/10.1101/2024.10.03.615261" TargetMode="External"/><Relationship Id="rId5" Type="http://schemas.openxmlformats.org/officeDocument/2006/relationships/hyperlink" Target="https://doi.org/10.1038/sdata.2017.4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5161448" name="Bildplatzhalter 5"/>
          <p:cNvPicPr>
            <a:picLocks noChangeAspect="1" noGrp="1"/>
          </p:cNvPicPr>
          <p:nvPr>
            <p:ph type="pic" sz="quarter" idx="10"/>
          </p:nvPr>
        </p:nvPicPr>
        <p:blipFill rotWithShape="1">
          <a:blip r:embed="rId3"/>
          <a:srcRect l="11019" t="0" r="11019" b="0"/>
          <a:stretch/>
        </p:blipFill>
        <p:spPr bwMode="auto">
          <a:xfrm>
            <a:off x="450573" y="1473970"/>
            <a:ext cx="8010939" cy="3396290"/>
          </a:xfrm>
        </p:spPr>
      </p:pic>
      <p:sp>
        <p:nvSpPr>
          <p:cNvPr id="678280269" name="Titel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de-DE" sz="28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Insights</a:t>
            </a:r>
            <a:r>
              <a:rPr lang="de-DE" sz="28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28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from</a:t>
            </a:r>
            <a:r>
              <a:rPr lang="de-DE" sz="28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de-DE" sz="28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very</a:t>
            </a:r>
            <a:r>
              <a:rPr lang="de-DE" sz="28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     large </a:t>
            </a:r>
            <a:r>
              <a:rPr lang="de-DE" sz="28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EEG+Eyetracking</a:t>
            </a:r>
            <a:r>
              <a:rPr lang="de-DE" sz="28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28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 dataset</a:t>
            </a:r>
            <a:endParaRPr sz="2800"/>
          </a:p>
          <a:p>
            <a:pPr algn="ctr">
              <a:defRPr/>
            </a:pPr>
            <a:endParaRPr sz="2800"/>
          </a:p>
        </p:txBody>
      </p:sp>
      <p:sp>
        <p:nvSpPr>
          <p:cNvPr id="798599416" name="Untertitel 3"/>
          <p:cNvSpPr>
            <a:spLocks noGrp="1"/>
          </p:cNvSpPr>
          <p:nvPr>
            <p:ph type="subTitle" idx="1"/>
          </p:nvPr>
        </p:nvSpPr>
        <p:spPr bwMode="auto">
          <a:xfrm>
            <a:off x="5997383" y="3318273"/>
            <a:ext cx="3012620" cy="555171"/>
          </a:xfrm>
        </p:spPr>
        <p:txBody>
          <a:bodyPr/>
          <a:lstStyle/>
          <a:p>
            <a:pPr>
              <a:defRPr/>
            </a:pPr>
            <a:r>
              <a:rPr lang="en-US" b="1"/>
              <a:t>Masters Thesis </a:t>
            </a:r>
            <a:r>
              <a:rPr lang="de-DE" b="1"/>
              <a:t>Defense</a:t>
            </a:r>
            <a:endParaRPr lang="de-DE"/>
          </a:p>
        </p:txBody>
      </p:sp>
      <p:sp>
        <p:nvSpPr>
          <p:cNvPr id="1643600833" name="Textplatzhalter 4"/>
          <p:cNvSpPr>
            <a:spLocks noGrp="1"/>
          </p:cNvSpPr>
          <p:nvPr>
            <p:ph type="body" sz="quarter" idx="11"/>
          </p:nvPr>
        </p:nvSpPr>
        <p:spPr bwMode="auto">
          <a:xfrm flipH="0" flipV="0">
            <a:off x="7323009" y="3595860"/>
            <a:ext cx="1239063" cy="1275119"/>
          </a:xfrm>
        </p:spPr>
        <p:txBody>
          <a:bodyPr wrap="square"/>
          <a:lstStyle/>
          <a:p>
            <a:pPr algn="ctr">
              <a:defRPr/>
            </a:pPr>
            <a:r>
              <a:rPr lang="de-DE"/>
              <a:t>Okan</a:t>
            </a:r>
            <a:endParaRPr/>
          </a:p>
          <a:p>
            <a:pPr algn="ctr">
              <a:defRPr/>
            </a:pPr>
            <a:r>
              <a:rPr lang="de-DE"/>
              <a:t>Mazlum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656412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Structure</a:t>
            </a:r>
            <a:endParaRPr lang="de-DE"/>
          </a:p>
        </p:txBody>
      </p:sp>
      <p:sp>
        <p:nvSpPr>
          <p:cNvPr id="1125136422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4" y="1008000"/>
            <a:ext cx="5817049" cy="3706383"/>
          </a:xfrm>
        </p:spPr>
        <p:txBody>
          <a:bodyPr/>
          <a:lstStyle/>
          <a:p>
            <a:pPr>
              <a:defRPr/>
            </a:pPr>
            <a:r>
              <a:rPr lang="de-DE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Dataset</a:t>
            </a:r>
            <a:endParaRPr sz="16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Intro to FRPs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Research Questions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 Preparation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Subject Curation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Results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Takeaways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66280666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5680" cy="122279"/>
          </a:xfrm>
        </p:spPr>
        <p:txBody>
          <a:bodyPr/>
          <a:lstStyle/>
          <a:p>
            <a:pPr>
              <a:defRPr/>
            </a:pPr>
            <a:r>
              <a:rPr lang="de-DE"/>
              <a:t>19.05.2026</a:t>
            </a:r>
            <a:endParaRPr lang="en-US"/>
          </a:p>
        </p:txBody>
      </p:sp>
      <p:sp>
        <p:nvSpPr>
          <p:cNvPr id="1772456258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998878451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761158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The </a:t>
            </a:r>
            <a:r>
              <a:rPr lang="de-DE"/>
              <a:t>Healthy</a:t>
            </a:r>
            <a:r>
              <a:rPr lang="de-DE"/>
              <a:t> Brain Network (HBN) </a:t>
            </a:r>
            <a:r>
              <a:rPr lang="de-DE"/>
              <a:t>dataset</a:t>
            </a:r>
            <a:endParaRPr lang="de-DE"/>
          </a:p>
        </p:txBody>
      </p:sp>
      <p:sp>
        <p:nvSpPr>
          <p:cNvPr id="963092868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2" y="791223"/>
            <a:ext cx="8132286" cy="3706381"/>
          </a:xfrm>
        </p:spPr>
        <p:txBody>
          <a:bodyPr/>
          <a:lstStyle/>
          <a:p>
            <a:pPr>
              <a:defRPr/>
            </a:pPr>
            <a:r>
              <a:rPr lang="de-DE"/>
              <a:t>Ongoing initiative </a:t>
            </a:r>
            <a:r>
              <a:rPr lang="de-DE"/>
              <a:t>to capture data from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at least 10,000</a:t>
            </a:r>
            <a:r>
              <a:rPr lang="de-DE"/>
              <a:t>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adolescents</a:t>
            </a:r>
            <a:endParaRPr/>
          </a:p>
          <a:p>
            <a:pPr>
              <a:defRPr/>
            </a:pPr>
            <a:r>
              <a:rPr lang="de-DE"/>
              <a:t>Currently 11 Releases with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4000+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subjects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aged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5-21</a:t>
            </a:r>
            <a:r>
              <a:rPr lang="de-DE"/>
              <a:t> </a:t>
            </a:r>
            <a:endParaRPr lang="de-DE"/>
          </a:p>
          <a:p>
            <a:pPr marL="176211" lvl="1" indent="0">
              <a:buClr>
                <a:schemeClr val="tx1"/>
              </a:buClr>
              <a:buFont typeface="Arial"/>
              <a:buNone/>
              <a:defRPr/>
            </a:pPr>
            <a:endParaRPr lang="de-DE"/>
          </a:p>
        </p:txBody>
      </p:sp>
      <p:sp>
        <p:nvSpPr>
          <p:cNvPr id="1486332751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24419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19.05.2026</a:t>
            </a:r>
            <a:endParaRPr sz="800"/>
          </a:p>
          <a:p>
            <a:pPr>
              <a:defRPr/>
            </a:pPr>
            <a:endParaRPr/>
          </a:p>
        </p:txBody>
      </p:sp>
      <p:sp>
        <p:nvSpPr>
          <p:cNvPr id="139249043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644655352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E9FCEC3D-7702-785D-074F-F6588F451AA2}" type="slidenum">
              <a:rPr lang="en-US"/>
              <a:t/>
            </a:fld>
            <a:endParaRPr lang="en-US"/>
          </a:p>
        </p:txBody>
      </p:sp>
      <p:pic>
        <p:nvPicPr>
          <p:cNvPr id="161030651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66724" y="1645824"/>
            <a:ext cx="5350517" cy="3230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901855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Healthy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Brain Network (HBN)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</a:t>
            </a:r>
            <a:endParaRPr sz="1800"/>
          </a:p>
          <a:p>
            <a:pPr>
              <a:defRPr/>
            </a:pPr>
            <a:endParaRPr/>
          </a:p>
        </p:txBody>
      </p:sp>
      <p:sp>
        <p:nvSpPr>
          <p:cNvPr id="942271160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24419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19.05.2026</a:t>
            </a:r>
            <a:endParaRPr sz="800"/>
          </a:p>
          <a:p>
            <a:pPr>
              <a:defRPr/>
            </a:pPr>
            <a:endParaRPr/>
          </a:p>
        </p:txBody>
      </p:sp>
      <p:sp>
        <p:nvSpPr>
          <p:cNvPr id="41091213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333600299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308C9059-0971-D6C7-7D2D-2EBB20063D18}" type="slidenum">
              <a:rPr lang="en-US"/>
              <a:t/>
            </a:fld>
            <a:endParaRPr lang="en-US"/>
          </a:p>
        </p:txBody>
      </p:sp>
      <p:pic>
        <p:nvPicPr>
          <p:cNvPr id="13483324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66726" y="1105477"/>
            <a:ext cx="8421075" cy="3111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523761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Healthy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Brain Network (HBN)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</a:t>
            </a:r>
            <a:endParaRPr sz="1800"/>
          </a:p>
          <a:p>
            <a:pPr>
              <a:defRPr/>
            </a:pPr>
            <a:endParaRPr lang="de-DE"/>
          </a:p>
        </p:txBody>
      </p:sp>
      <p:sp>
        <p:nvSpPr>
          <p:cNvPr id="438128447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254346628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89BC9DBA-0FC6-434B-0255-743D2A49431B}" type="slidenum">
              <a:rPr lang="en-US"/>
              <a:t/>
            </a:fld>
            <a:endParaRPr lang="en-US"/>
          </a:p>
        </p:txBody>
      </p:sp>
      <p:sp>
        <p:nvSpPr>
          <p:cNvPr id="1927793717" name="Inhaltsplatzhalter 16"/>
          <p:cNvSpPr>
            <a:spLocks noGrp="1"/>
          </p:cNvSpPr>
          <p:nvPr/>
        </p:nvSpPr>
        <p:spPr bwMode="auto">
          <a:xfrm flipH="0" flipV="0">
            <a:off x="466726" y="714866"/>
            <a:ext cx="3225831" cy="3706382"/>
          </a:xfrm>
        </p:spPr>
        <p:txBody>
          <a:bodyPr vert="horz" lIns="0" tIns="0" rIns="0" bIns="0" rtlCol="0">
            <a:noAutofit/>
          </a:bodyPr>
          <a:lstStyle>
            <a:lvl1pPr marL="171447" indent="-171447" algn="l" defTabSz="685792" rtl="0">
              <a:lnSpc>
                <a:spcPct val="120000"/>
              </a:lnSpc>
              <a:spcBef>
                <a:spcPts val="749"/>
              </a:spcBef>
              <a:buClr>
                <a:schemeClr val="accent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0" indent="-184147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69" indent="-176211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17" indent="-184147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6928" indent="-176211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30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27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23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20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HBN-EEG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907284112" name=""/>
          <p:cNvCxnSpPr/>
          <p:nvPr/>
        </p:nvCxnSpPr>
        <p:spPr bwMode="auto">
          <a:xfrm flipH="0" flipV="0">
            <a:off x="4166931" y="1142999"/>
            <a:ext cx="138545" cy="1627908"/>
          </a:xfrm>
          <a:prstGeom prst="lin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3912133" name=""/>
          <p:cNvCxnSpPr/>
          <p:nvPr/>
        </p:nvCxnSpPr>
        <p:spPr bwMode="auto">
          <a:xfrm rot="16199999" flipH="1" flipV="0">
            <a:off x="1867254" y="718653"/>
            <a:ext cx="1650340" cy="2048467"/>
          </a:xfrm>
          <a:prstGeom prst="lin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91359909" name=""/>
          <p:cNvCxnSpPr/>
          <p:nvPr/>
        </p:nvCxnSpPr>
        <p:spPr bwMode="auto">
          <a:xfrm flipH="1" flipV="0">
            <a:off x="564749" y="839931"/>
            <a:ext cx="1974272" cy="1333499"/>
          </a:xfrm>
          <a:prstGeom prst="lin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46959411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76331" y="839931"/>
            <a:ext cx="29145" cy="3874451"/>
          </a:xfrm>
          <a:prstGeom prst="rect">
            <a:avLst/>
          </a:prstGeom>
        </p:spPr>
      </p:pic>
      <p:pic>
        <p:nvPicPr>
          <p:cNvPr id="39286815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87636" y="1143000"/>
            <a:ext cx="3879294" cy="3236440"/>
          </a:xfrm>
          <a:prstGeom prst="rect">
            <a:avLst/>
          </a:prstGeom>
        </p:spPr>
      </p:pic>
      <p:sp>
        <p:nvSpPr>
          <p:cNvPr id="918286106" name="Inhaltsplatzhalter 16"/>
          <p:cNvSpPr>
            <a:spLocks noGrp="1"/>
          </p:cNvSpPr>
          <p:nvPr/>
        </p:nvSpPr>
        <p:spPr bwMode="auto">
          <a:xfrm flipH="0" flipV="0">
            <a:off x="4563083" y="714866"/>
            <a:ext cx="3225830" cy="3706382"/>
          </a:xfrm>
        </p:spPr>
        <p:txBody>
          <a:bodyPr vert="horz" lIns="0" tIns="0" rIns="0" bIns="0" rtlCol="0">
            <a:noAutofit/>
          </a:bodyPr>
          <a:lstStyle>
            <a:lvl1pPr marL="171447" indent="-171447" algn="l" defTabSz="685792" rtl="0">
              <a:lnSpc>
                <a:spcPct val="120000"/>
              </a:lnSpc>
              <a:spcBef>
                <a:spcPts val="749"/>
              </a:spcBef>
              <a:buClr>
                <a:schemeClr val="accent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0" indent="-184147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69" indent="-176211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17" indent="-184147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6928" indent="-176211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30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27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23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20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HBN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68039721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533598" y="1143000"/>
            <a:ext cx="3284801" cy="3627880"/>
          </a:xfrm>
          <a:prstGeom prst="rect">
            <a:avLst/>
          </a:prstGeom>
        </p:spPr>
      </p:pic>
      <p:sp>
        <p:nvSpPr>
          <p:cNvPr id="891057730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4240" cy="24419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19.05.2026</a:t>
            </a:r>
            <a:endParaRPr sz="8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34824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Structure</a:t>
            </a:r>
            <a:endParaRPr lang="de-DE"/>
          </a:p>
        </p:txBody>
      </p:sp>
      <p:sp>
        <p:nvSpPr>
          <p:cNvPr id="734658723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1008000"/>
            <a:ext cx="5817048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Dataset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Intro to FRPs</a:t>
            </a:r>
            <a:endParaRPr sz="16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Research Questions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 Preparation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Subject Curation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Results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Takeaways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55210915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24419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19.05.2026</a:t>
            </a:r>
            <a:endParaRPr sz="800"/>
          </a:p>
          <a:p>
            <a:pPr>
              <a:defRPr/>
            </a:pPr>
            <a:endParaRPr/>
          </a:p>
        </p:txBody>
      </p:sp>
      <p:sp>
        <p:nvSpPr>
          <p:cNvPr id="1891130423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509012950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5DD83663-B699-7DA2-AFC2-1746520DF278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196182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FRPs</a:t>
            </a:r>
            <a:endParaRPr/>
          </a:p>
        </p:txBody>
      </p:sp>
      <p:sp>
        <p:nvSpPr>
          <p:cNvPr id="110987600" name="Textplatzhalter 17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The </a:t>
            </a:r>
            <a:r>
              <a:rPr lang="de-DE"/>
              <a:t>relationship</a:t>
            </a:r>
            <a:r>
              <a:rPr lang="de-DE"/>
              <a:t> </a:t>
            </a:r>
            <a:r>
              <a:rPr lang="de-DE"/>
              <a:t>between</a:t>
            </a:r>
            <a:r>
              <a:rPr lang="de-DE"/>
              <a:t> EEG + ET</a:t>
            </a:r>
            <a:endParaRPr/>
          </a:p>
        </p:txBody>
      </p:sp>
      <p:sp>
        <p:nvSpPr>
          <p:cNvPr id="1434638217" name="Inhaltsplatzhalter 16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Traditionally</a:t>
            </a:r>
            <a:r>
              <a:rPr lang="de-DE"/>
              <a:t>, EEG </a:t>
            </a:r>
            <a:r>
              <a:rPr lang="de-DE"/>
              <a:t>experiments</a:t>
            </a:r>
            <a:r>
              <a:rPr lang="de-DE"/>
              <a:t> </a:t>
            </a:r>
            <a:r>
              <a:rPr lang="de-DE"/>
              <a:t>minimize</a:t>
            </a:r>
            <a:r>
              <a:rPr lang="de-DE"/>
              <a:t> </a:t>
            </a:r>
            <a:r>
              <a:rPr lang="de-DE"/>
              <a:t>eye</a:t>
            </a:r>
            <a:r>
              <a:rPr lang="de-DE"/>
              <a:t> </a:t>
            </a:r>
            <a:r>
              <a:rPr lang="de-DE"/>
              <a:t>movements</a:t>
            </a:r>
            <a:endParaRPr lang="de-DE"/>
          </a:p>
          <a:p>
            <a:pPr lvl="1">
              <a:defRPr/>
            </a:pPr>
            <a:r>
              <a:rPr lang="de-DE"/>
              <a:t>Interest lies in event-</a:t>
            </a:r>
            <a:r>
              <a:rPr lang="de-DE"/>
              <a:t>related</a:t>
            </a:r>
            <a:r>
              <a:rPr lang="de-DE"/>
              <a:t> </a:t>
            </a:r>
            <a:r>
              <a:rPr lang="de-DE"/>
              <a:t>potentials</a:t>
            </a:r>
            <a:r>
              <a:rPr lang="de-DE"/>
              <a:t> (ERPs)</a:t>
            </a:r>
            <a:endParaRPr/>
          </a:p>
          <a:p>
            <a:pPr marL="176211" lvl="1" indent="0">
              <a:buClr>
                <a:schemeClr val="tx1"/>
              </a:buClr>
              <a:buFont typeface="Arial"/>
              <a:buNone/>
              <a:defRPr/>
            </a:pPr>
            <a:endParaRPr/>
          </a:p>
          <a:p>
            <a:pPr lvl="1">
              <a:defRPr/>
            </a:pPr>
            <a:endParaRPr lang="de-DE"/>
          </a:p>
        </p:txBody>
      </p:sp>
      <p:sp>
        <p:nvSpPr>
          <p:cNvPr id="1110020343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24419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19.05.2026</a:t>
            </a:r>
            <a:endParaRPr sz="800"/>
          </a:p>
          <a:p>
            <a:pPr>
              <a:defRPr/>
            </a:pPr>
            <a:endParaRPr/>
          </a:p>
        </p:txBody>
      </p:sp>
      <p:sp>
        <p:nvSpPr>
          <p:cNvPr id="1131174488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394184240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8</a:t>
            </a:fld>
            <a:endParaRPr lang="en-US"/>
          </a:p>
        </p:txBody>
      </p:sp>
      <p:pic>
        <p:nvPicPr>
          <p:cNvPr id="1819981158" name="Grafik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4073" y="2584146"/>
            <a:ext cx="3024402" cy="2014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160525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FRPs</a:t>
            </a:r>
            <a:endParaRPr/>
          </a:p>
        </p:txBody>
      </p:sp>
      <p:sp>
        <p:nvSpPr>
          <p:cNvPr id="1822726835" name="Textplatzhalter 17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The </a:t>
            </a:r>
            <a:r>
              <a:rPr lang="de-DE"/>
              <a:t>relationship</a:t>
            </a:r>
            <a:r>
              <a:rPr lang="de-DE"/>
              <a:t> </a:t>
            </a:r>
            <a:r>
              <a:rPr lang="de-DE"/>
              <a:t>between</a:t>
            </a:r>
            <a:r>
              <a:rPr lang="de-DE"/>
              <a:t> EEG + ET</a:t>
            </a:r>
            <a:endParaRPr/>
          </a:p>
        </p:txBody>
      </p:sp>
      <p:sp>
        <p:nvSpPr>
          <p:cNvPr id="1921288271" name="Inhaltsplatzhalter 16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Traditionally</a:t>
            </a:r>
            <a:r>
              <a:rPr lang="de-DE"/>
              <a:t>, EEG </a:t>
            </a:r>
            <a:r>
              <a:rPr lang="de-DE"/>
              <a:t>experiments</a:t>
            </a:r>
            <a:r>
              <a:rPr lang="de-DE"/>
              <a:t> </a:t>
            </a:r>
            <a:r>
              <a:rPr lang="de-DE"/>
              <a:t>minimize</a:t>
            </a:r>
            <a:r>
              <a:rPr lang="de-DE"/>
              <a:t> </a:t>
            </a:r>
            <a:r>
              <a:rPr lang="de-DE"/>
              <a:t>eye</a:t>
            </a:r>
            <a:r>
              <a:rPr lang="de-DE"/>
              <a:t> </a:t>
            </a:r>
            <a:r>
              <a:rPr lang="de-DE"/>
              <a:t>movements</a:t>
            </a:r>
            <a:endParaRPr lang="de-DE"/>
          </a:p>
          <a:p>
            <a:pPr lvl="1">
              <a:defRPr/>
            </a:pPr>
            <a:r>
              <a:rPr lang="de-DE"/>
              <a:t>Interest lies in event-</a:t>
            </a:r>
            <a:r>
              <a:rPr lang="de-DE"/>
              <a:t>related</a:t>
            </a:r>
            <a:r>
              <a:rPr lang="de-DE"/>
              <a:t> </a:t>
            </a:r>
            <a:r>
              <a:rPr lang="de-DE"/>
              <a:t>potentials</a:t>
            </a:r>
            <a:r>
              <a:rPr lang="de-DE"/>
              <a:t> (ERPs)</a:t>
            </a:r>
            <a:endParaRPr/>
          </a:p>
          <a:p>
            <a:pPr>
              <a:defRPr/>
            </a:pPr>
            <a:r>
              <a:rPr lang="de-DE"/>
              <a:t>Eye </a:t>
            </a:r>
            <a:r>
              <a:rPr lang="de-DE"/>
              <a:t>movements</a:t>
            </a:r>
            <a:r>
              <a:rPr lang="de-DE"/>
              <a:t> do </a:t>
            </a:r>
            <a:r>
              <a:rPr lang="de-DE"/>
              <a:t>produce</a:t>
            </a:r>
            <a:r>
              <a:rPr lang="de-DE"/>
              <a:t> a </a:t>
            </a:r>
            <a:r>
              <a:rPr lang="de-DE"/>
              <a:t>meaningful</a:t>
            </a:r>
            <a:r>
              <a:rPr lang="de-DE"/>
              <a:t> </a:t>
            </a:r>
            <a:r>
              <a:rPr lang="de-DE"/>
              <a:t>neural</a:t>
            </a:r>
            <a:r>
              <a:rPr lang="de-DE"/>
              <a:t> </a:t>
            </a:r>
            <a:r>
              <a:rPr lang="de-DE"/>
              <a:t>response</a:t>
            </a:r>
            <a:endParaRPr lang="de-DE"/>
          </a:p>
          <a:p>
            <a:pPr lvl="1">
              <a:defRPr/>
            </a:pPr>
            <a:r>
              <a:rPr lang="de-DE"/>
              <a:t>Fixation-</a:t>
            </a:r>
            <a:r>
              <a:rPr lang="de-DE"/>
              <a:t>related</a:t>
            </a:r>
            <a:r>
              <a:rPr lang="de-DE"/>
              <a:t> </a:t>
            </a:r>
            <a:r>
              <a:rPr lang="de-DE"/>
              <a:t>potentials</a:t>
            </a:r>
            <a:r>
              <a:rPr lang="de-DE"/>
              <a:t> (FRPs)</a:t>
            </a:r>
            <a:endParaRPr/>
          </a:p>
          <a:p>
            <a:pPr lvl="1">
              <a:defRPr/>
            </a:pPr>
            <a:endParaRPr lang="de-DE"/>
          </a:p>
        </p:txBody>
      </p:sp>
      <p:sp>
        <p:nvSpPr>
          <p:cNvPr id="1158181167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24419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19.05.2026</a:t>
            </a:r>
            <a:endParaRPr sz="800"/>
          </a:p>
          <a:p>
            <a:pPr>
              <a:defRPr/>
            </a:pPr>
            <a:endParaRPr/>
          </a:p>
        </p:txBody>
      </p:sp>
      <p:sp>
        <p:nvSpPr>
          <p:cNvPr id="2054641297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705689236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A53D68F1-11B5-3E1E-CCC9-120F7BEC686B}" type="slidenum">
              <a:rPr lang="en-US"/>
              <a:t/>
            </a:fld>
            <a:endParaRPr lang="en-US"/>
          </a:p>
        </p:txBody>
      </p:sp>
      <p:pic>
        <p:nvPicPr>
          <p:cNvPr id="829872254" name="Grafik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330579" y="2647638"/>
            <a:ext cx="2815896" cy="2171860"/>
          </a:xfrm>
          <a:prstGeom prst="rect">
            <a:avLst/>
          </a:prstGeom>
        </p:spPr>
      </p:pic>
      <p:pic>
        <p:nvPicPr>
          <p:cNvPr id="1127393693" name="Grafik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74072" y="2584145"/>
            <a:ext cx="3024401" cy="2014853"/>
          </a:xfrm>
          <a:prstGeom prst="rect">
            <a:avLst/>
          </a:prstGeom>
        </p:spPr>
      </p:pic>
      <p:sp>
        <p:nvSpPr>
          <p:cNvPr id="318715135" name="Textplatzhalter 17"/>
          <p:cNvSpPr txBox="1"/>
          <p:nvPr/>
        </p:nvSpPr>
        <p:spPr bwMode="auto">
          <a:xfrm>
            <a:off x="4498005" y="2365286"/>
            <a:ext cx="4731343" cy="1481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792" rtl="0">
              <a:lnSpc>
                <a:spcPct val="120000"/>
              </a:lnSpc>
              <a:spcBef>
                <a:spcPts val="749"/>
              </a:spcBef>
              <a:buClr>
                <a:schemeClr val="accent1"/>
              </a:buClr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0" indent="-184147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69" indent="-176211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17" indent="-184147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6928" indent="-176211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30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27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23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20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1050"/>
              <a:t>(</a:t>
            </a:r>
            <a:r>
              <a:rPr lang="de-DE" sz="1050"/>
              <a:t>simulated</a:t>
            </a:r>
            <a:r>
              <a:rPr lang="de-DE" sz="1050"/>
              <a:t> </a:t>
            </a:r>
            <a:r>
              <a:rPr lang="de-DE" sz="1050"/>
              <a:t>data</a:t>
            </a:r>
            <a:r>
              <a:rPr lang="de-DE" sz="1050"/>
              <a:t>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95851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Regression Model</a:t>
            </a:r>
            <a:endParaRPr/>
          </a:p>
        </p:txBody>
      </p:sp>
      <p:sp>
        <p:nvSpPr>
          <p:cNvPr id="1148650706" name="Textplatzhalt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Symbol Search formula</a:t>
            </a:r>
            <a:endParaRPr/>
          </a:p>
        </p:txBody>
      </p:sp>
      <p:sp>
        <p:nvSpPr>
          <p:cNvPr id="876886228" name="Datumsplatzhalter 4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24419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19.05.2026</a:t>
            </a:r>
            <a:endParaRPr sz="800"/>
          </a:p>
          <a:p>
            <a:pPr>
              <a:defRPr/>
            </a:pPr>
            <a:endParaRPr/>
          </a:p>
        </p:txBody>
      </p:sp>
      <p:sp>
        <p:nvSpPr>
          <p:cNvPr id="541257514" name="Fußzeilenplatzhalter 5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2029949189" name="Foliennummernplatzhalter 6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14</a:t>
            </a:fld>
            <a:endParaRPr lang="en-US"/>
          </a:p>
        </p:txBody>
      </p:sp>
      <p:sp>
        <p:nvSpPr>
          <p:cNvPr id="393463231" name="Inhaltsplatzhalter 3"/>
          <p:cNvSpPr>
            <a:spLocks noGrp="1"/>
          </p:cNvSpPr>
          <p:nvPr>
            <p:ph idx="1"/>
          </p:nvPr>
        </p:nvSpPr>
        <p:spPr bwMode="auto">
          <a:xfrm>
            <a:off x="3468979" y="1001584"/>
            <a:ext cx="5286516" cy="3702644"/>
          </a:xfrm>
        </p:spPr>
        <p:txBody>
          <a:bodyPr/>
          <a:lstStyle/>
          <a:p>
            <a:pPr>
              <a:defRPr/>
            </a:pPr>
            <a:r>
              <a:rPr lang="en-US"/>
              <a:t>Intercept term</a:t>
            </a:r>
            <a:endParaRPr/>
          </a:p>
          <a:p>
            <a:pPr>
              <a:defRPr/>
            </a:pPr>
            <a:r>
              <a:rPr lang="en-US"/>
              <a:t>Nonlinear effect of saccade amplitude</a:t>
            </a:r>
            <a:endParaRPr/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Nonlinear effect of fixation position</a:t>
            </a:r>
            <a:endParaRPr/>
          </a:p>
        </p:txBody>
      </p:sp>
      <p:pic>
        <p:nvPicPr>
          <p:cNvPr id="6527499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498475" y="3022273"/>
            <a:ext cx="2720660" cy="1775182"/>
          </a:xfrm>
          <a:prstGeom prst="rect">
            <a:avLst/>
          </a:prstGeom>
        </p:spPr>
      </p:pic>
      <p:pic>
        <p:nvPicPr>
          <p:cNvPr id="51518528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66724" y="1001584"/>
            <a:ext cx="2773684" cy="1977392"/>
          </a:xfrm>
          <a:prstGeom prst="rect">
            <a:avLst/>
          </a:prstGeom>
        </p:spPr>
      </p:pic>
      <p:pic>
        <p:nvPicPr>
          <p:cNvPr id="109894762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98291" y="3022273"/>
            <a:ext cx="2710550" cy="15267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463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463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463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463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463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463231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830327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Structure</a:t>
            </a:r>
            <a:endParaRPr lang="de-DE"/>
          </a:p>
        </p:txBody>
      </p:sp>
      <p:sp>
        <p:nvSpPr>
          <p:cNvPr id="1262382598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1008000"/>
            <a:ext cx="5817048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Dataset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Intro to FRPs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Research Questions</a:t>
            </a:r>
            <a:endParaRPr sz="16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 Preparation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Subject Curation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Results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Takeaways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55030350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366120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2003777381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314520004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955592B6-36C3-53BD-19B2-BBF4DC5F1AE6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881590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Research Questions</a:t>
            </a:r>
            <a:endParaRPr sz="18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/>
          </a:p>
        </p:txBody>
      </p:sp>
      <p:sp>
        <p:nvSpPr>
          <p:cNvPr id="858809125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1008000"/>
            <a:ext cx="8515860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Can HBN-EEG and eye-tracking data be transformed into a unified, usable resource?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5821737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366120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587854874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197186531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6B316F26-74D8-F31E-1BD0-2FCEC65B63B8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765815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Research Questions</a:t>
            </a:r>
            <a:endParaRPr sz="18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/>
          </a:p>
        </p:txBody>
      </p:sp>
      <p:sp>
        <p:nvSpPr>
          <p:cNvPr id="809705456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1008000"/>
            <a:ext cx="8515860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Can HBN-EEG and eye-tracking data be transformed into a unified, usable resource?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Can the scale and diversity of HBN provide new insight through FRP analysis?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50253226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366120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387502400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791972107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110E4FAB-8BF1-1BA7-4862-30B65EFEC2C6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082162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Structure</a:t>
            </a:r>
            <a:endParaRPr lang="de-DE"/>
          </a:p>
        </p:txBody>
      </p:sp>
      <p:sp>
        <p:nvSpPr>
          <p:cNvPr id="719497071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1008000"/>
            <a:ext cx="5817048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Dataset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Intro to FRPs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Research Questions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 Preparation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Subject Curation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Results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Takeaways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46573540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366120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237517620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371628571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0084B2B6-9371-8642-B590-61E7C0A97E86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32762" name="Titel 15"/>
          <p:cNvSpPr>
            <a:spLocks noGrp="1"/>
          </p:cNvSpPr>
          <p:nvPr>
            <p:ph type="title"/>
          </p:nvPr>
        </p:nvSpPr>
        <p:spPr bwMode="auto">
          <a:xfrm>
            <a:off x="466725" y="324000"/>
            <a:ext cx="8245473" cy="252000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de-DE"/>
              <a:t>Dataset </a:t>
            </a:r>
            <a:r>
              <a:rPr lang="de-DE"/>
              <a:t>Preparation</a:t>
            </a:r>
            <a:endParaRPr lang="de-DE"/>
          </a:p>
        </p:txBody>
      </p:sp>
      <p:sp>
        <p:nvSpPr>
          <p:cNvPr id="1169490517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8"/>
            <a:ext cx="532800" cy="123111"/>
          </a:xfr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lang="de-DE" sz="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/>
          </a:p>
        </p:txBody>
      </p:sp>
      <p:sp>
        <p:nvSpPr>
          <p:cNvPr id="934814716" name="Fußzeilenplatzhalter 2"/>
          <p:cNvSpPr>
            <a:spLocks noGrp="1"/>
          </p:cNvSpPr>
          <p:nvPr>
            <p:ph type="ftr" sz="quarter" idx="15"/>
          </p:nvPr>
        </p:nvSpPr>
        <p:spPr bwMode="auto">
          <a:xfrm>
            <a:off x="466723" y="4876198"/>
            <a:ext cx="6063499" cy="123111"/>
          </a:xfrm>
        </p:spPr>
        <p:txBody>
          <a:bodyPr wrap="square" anchor="t">
            <a:normAutofit/>
          </a:bodyPr>
          <a:lstStyle/>
          <a:p>
            <a:pPr>
              <a:spcAft>
                <a:spcPts val="598"/>
              </a:spcAft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006039415" name="Foliennummernplatzhalter 3"/>
          <p:cNvSpPr>
            <a:spLocks noGrp="1"/>
          </p:cNvSpPr>
          <p:nvPr>
            <p:ph type="sldNum" sz="quarter" idx="16"/>
          </p:nvPr>
        </p:nvSpPr>
        <p:spPr bwMode="auto">
          <a:xfrm>
            <a:off x="8488998" y="4876198"/>
            <a:ext cx="223200" cy="123111"/>
          </a:xfrm>
        </p:spPr>
        <p:txBody>
          <a:bodyPr anchor="t">
            <a:normAutofit/>
          </a:bodyPr>
          <a:lstStyle/>
          <a:p>
            <a:pPr>
              <a:spcAft>
                <a:spcPts val="598"/>
              </a:spcAft>
              <a:defRPr/>
            </a:pPr>
            <a:fld id="{4BA84833-87B1-FAF7-B38D-AC962B508EAE}" type="slidenum">
              <a:rPr lang="en-US"/>
              <a:t/>
            </a:fld>
            <a:endParaRPr lang="en-US"/>
          </a:p>
        </p:txBody>
      </p:sp>
      <p:pic>
        <p:nvPicPr>
          <p:cNvPr id="16397114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1692" y="671249"/>
            <a:ext cx="8335540" cy="4230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472906" name="Titel 15"/>
          <p:cNvSpPr>
            <a:spLocks noGrp="1"/>
          </p:cNvSpPr>
          <p:nvPr>
            <p:ph type="title"/>
          </p:nvPr>
        </p:nvSpPr>
        <p:spPr bwMode="auto">
          <a:xfrm>
            <a:off x="466725" y="324000"/>
            <a:ext cx="8245473" cy="252000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de-DE"/>
              <a:t>Dataset </a:t>
            </a:r>
            <a:r>
              <a:rPr lang="de-DE"/>
              <a:t>Preparation</a:t>
            </a:r>
            <a:endParaRPr lang="de-DE"/>
          </a:p>
        </p:txBody>
      </p:sp>
      <p:sp>
        <p:nvSpPr>
          <p:cNvPr id="773425943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8"/>
            <a:ext cx="532800" cy="123111"/>
          </a:xfr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40000" lnSpcReduction="12000"/>
          </a:bodyPr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812088189" name="Fußzeilenplatzhalter 2"/>
          <p:cNvSpPr>
            <a:spLocks noGrp="1"/>
          </p:cNvSpPr>
          <p:nvPr>
            <p:ph type="ftr" sz="quarter" idx="15"/>
          </p:nvPr>
        </p:nvSpPr>
        <p:spPr bwMode="auto">
          <a:xfrm>
            <a:off x="466723" y="4876198"/>
            <a:ext cx="6063499" cy="123111"/>
          </a:xfrm>
        </p:spPr>
        <p:txBody>
          <a:bodyPr wrap="square" anchor="t">
            <a:normAutofit/>
          </a:bodyPr>
          <a:lstStyle/>
          <a:p>
            <a:pPr>
              <a:spcAft>
                <a:spcPts val="598"/>
              </a:spcAft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068484797" name="Foliennummernplatzhalter 3"/>
          <p:cNvSpPr>
            <a:spLocks noGrp="1"/>
          </p:cNvSpPr>
          <p:nvPr>
            <p:ph type="sldNum" sz="quarter" idx="16"/>
          </p:nvPr>
        </p:nvSpPr>
        <p:spPr bwMode="auto">
          <a:xfrm>
            <a:off x="8488998" y="4876198"/>
            <a:ext cx="223200" cy="123111"/>
          </a:xfrm>
        </p:spPr>
        <p:txBody>
          <a:bodyPr anchor="t">
            <a:normAutofit/>
          </a:bodyPr>
          <a:lstStyle/>
          <a:p>
            <a:pPr>
              <a:spcAft>
                <a:spcPts val="598"/>
              </a:spcAft>
              <a:defRPr/>
            </a:pPr>
            <a:fld id="{1A81737A-4A10-DDC4-647D-89C7528933C3}" type="slidenum">
              <a:rPr lang="en-US"/>
              <a:t/>
            </a:fld>
            <a:endParaRPr lang="en-US"/>
          </a:p>
        </p:txBody>
      </p:sp>
      <p:pic>
        <p:nvPicPr>
          <p:cNvPr id="7789452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1691" y="671249"/>
            <a:ext cx="8335539" cy="4230348"/>
          </a:xfrm>
          <a:prstGeom prst="rect">
            <a:avLst/>
          </a:prstGeom>
        </p:spPr>
      </p:pic>
      <p:pic>
        <p:nvPicPr>
          <p:cNvPr id="26403325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71450" y="428022"/>
            <a:ext cx="5183699" cy="440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193778" name="Titel 15"/>
          <p:cNvSpPr>
            <a:spLocks noGrp="1"/>
          </p:cNvSpPr>
          <p:nvPr>
            <p:ph type="title"/>
          </p:nvPr>
        </p:nvSpPr>
        <p:spPr bwMode="auto">
          <a:xfrm>
            <a:off x="466725" y="324000"/>
            <a:ext cx="8245473" cy="252000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de-DE"/>
              <a:t>Dataset </a:t>
            </a:r>
            <a:r>
              <a:rPr lang="de-DE"/>
              <a:t>Preparation</a:t>
            </a:r>
            <a:endParaRPr lang="de-DE"/>
          </a:p>
        </p:txBody>
      </p:sp>
      <p:sp>
        <p:nvSpPr>
          <p:cNvPr id="1523755624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8"/>
            <a:ext cx="532800" cy="123111"/>
          </a:xfr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40000" lnSpcReduction="12000"/>
          </a:bodyPr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692843707" name="Fußzeilenplatzhalter 2"/>
          <p:cNvSpPr>
            <a:spLocks noGrp="1"/>
          </p:cNvSpPr>
          <p:nvPr>
            <p:ph type="ftr" sz="quarter" idx="15"/>
          </p:nvPr>
        </p:nvSpPr>
        <p:spPr bwMode="auto">
          <a:xfrm>
            <a:off x="466723" y="4876198"/>
            <a:ext cx="6063499" cy="123111"/>
          </a:xfrm>
        </p:spPr>
        <p:txBody>
          <a:bodyPr wrap="square" anchor="t">
            <a:normAutofit/>
          </a:bodyPr>
          <a:lstStyle/>
          <a:p>
            <a:pPr>
              <a:spcAft>
                <a:spcPts val="598"/>
              </a:spcAft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318304346" name="Foliennummernplatzhalter 3"/>
          <p:cNvSpPr>
            <a:spLocks noGrp="1"/>
          </p:cNvSpPr>
          <p:nvPr>
            <p:ph type="sldNum" sz="quarter" idx="16"/>
          </p:nvPr>
        </p:nvSpPr>
        <p:spPr bwMode="auto">
          <a:xfrm>
            <a:off x="8488998" y="4876198"/>
            <a:ext cx="223200" cy="123111"/>
          </a:xfrm>
        </p:spPr>
        <p:txBody>
          <a:bodyPr anchor="t">
            <a:normAutofit/>
          </a:bodyPr>
          <a:lstStyle/>
          <a:p>
            <a:pPr>
              <a:spcAft>
                <a:spcPts val="598"/>
              </a:spcAft>
              <a:defRPr/>
            </a:pPr>
            <a:fld id="{A5860685-9564-BC89-87F0-6F0339B2DBBF}" type="slidenum">
              <a:rPr lang="en-US"/>
              <a:t/>
            </a:fld>
            <a:endParaRPr lang="en-US"/>
          </a:p>
        </p:txBody>
      </p:sp>
      <p:pic>
        <p:nvPicPr>
          <p:cNvPr id="14343221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1691" y="671249"/>
            <a:ext cx="8335539" cy="4230348"/>
          </a:xfrm>
          <a:prstGeom prst="rect">
            <a:avLst/>
          </a:prstGeom>
        </p:spPr>
      </p:pic>
      <p:pic>
        <p:nvPicPr>
          <p:cNvPr id="190411427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781424" y="449999"/>
            <a:ext cx="5715000" cy="440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66118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endParaRPr lang="de-DE"/>
          </a:p>
        </p:txBody>
      </p:sp>
      <p:sp>
        <p:nvSpPr>
          <p:cNvPr id="336596356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4" y="1008000"/>
            <a:ext cx="5817048" cy="3706382"/>
          </a:xfrm>
        </p:spPr>
        <p:txBody>
          <a:bodyPr/>
          <a:lstStyle/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Combine root-level metadata and quality tables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79891781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527069985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628666654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756E172B-2FAA-7BB8-9B80-B682F094F175}" type="slidenum">
              <a:rPr lang="en-US"/>
              <a:t/>
            </a:fld>
            <a:endParaRPr lang="en-US"/>
          </a:p>
        </p:txBody>
      </p:sp>
      <p:pic>
        <p:nvPicPr>
          <p:cNvPr id="11564311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30751" y="324000"/>
            <a:ext cx="3981449" cy="857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691766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endParaRPr lang="de-DE"/>
          </a:p>
        </p:txBody>
      </p:sp>
      <p:sp>
        <p:nvSpPr>
          <p:cNvPr id="2062104696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4" y="1008000"/>
            <a:ext cx="5817048" cy="3706382"/>
          </a:xfrm>
        </p:spPr>
        <p:txBody>
          <a:bodyPr/>
          <a:lstStyle/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Combine root-level metadata and quality tables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Map ET recordings to correct tasks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Clr>
                <a:schemeClr val="accent1"/>
              </a:buClr>
              <a:buFont typeface="Arial"/>
              <a:buNone/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70348158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727589774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921069340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265F0102-9036-2903-F962-B6C8E8C57178}" type="slidenum">
              <a:rPr lang="en-US"/>
              <a:t/>
            </a:fld>
            <a:endParaRPr lang="en-US"/>
          </a:p>
        </p:txBody>
      </p:sp>
      <p:pic>
        <p:nvPicPr>
          <p:cNvPr id="20869553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30751" y="324000"/>
            <a:ext cx="3981449" cy="857250"/>
          </a:xfrm>
          <a:prstGeom prst="rect">
            <a:avLst/>
          </a:prstGeom>
        </p:spPr>
      </p:pic>
      <p:pic>
        <p:nvPicPr>
          <p:cNvPr id="23481012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730751" y="2010287"/>
            <a:ext cx="3927024" cy="2255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306498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endParaRPr lang="de-DE"/>
          </a:p>
        </p:txBody>
      </p:sp>
      <p:sp>
        <p:nvSpPr>
          <p:cNvPr id="878342870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4" y="1008000"/>
            <a:ext cx="5817048" cy="3706382"/>
          </a:xfrm>
        </p:spPr>
        <p:txBody>
          <a:bodyPr/>
          <a:lstStyle/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Combine root-level metadata and quality tables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Map ET recordings to correct tasks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Fix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*_channels.tsv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(units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→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uV, type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→ EEG / MISC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83701219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962493393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260439000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9E4DC9B7-03DE-3F0D-3147-A2A26C185575}" type="slidenum">
              <a:rPr lang="en-US"/>
              <a:t/>
            </a:fld>
            <a:endParaRPr lang="en-US"/>
          </a:p>
        </p:txBody>
      </p:sp>
      <p:pic>
        <p:nvPicPr>
          <p:cNvPr id="20812805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30751" y="324000"/>
            <a:ext cx="3981449" cy="857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923868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endParaRPr lang="de-DE"/>
          </a:p>
        </p:txBody>
      </p:sp>
      <p:sp>
        <p:nvSpPr>
          <p:cNvPr id="765038181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4" y="1008000"/>
            <a:ext cx="5817048" cy="3706382"/>
          </a:xfrm>
        </p:spPr>
        <p:txBody>
          <a:bodyPr/>
          <a:lstStyle/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Combine root-level metadata and quality tables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Map ET recordings to correct tasks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Fix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*_channels.tsv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(units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→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uV, type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→ EEG / MISC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Handle and log unexpected edge cases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56871073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901924947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043556196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B7F6B0D0-3E7B-B89B-42FE-0FF19F069C14}" type="slidenum">
              <a:rPr lang="en-US"/>
              <a:t/>
            </a:fld>
            <a:endParaRPr lang="en-US"/>
          </a:p>
        </p:txBody>
      </p:sp>
      <p:pic>
        <p:nvPicPr>
          <p:cNvPr id="20629422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30751" y="324000"/>
            <a:ext cx="3981449" cy="857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402899" name="Titel 15"/>
          <p:cNvSpPr>
            <a:spLocks noGrp="1"/>
          </p:cNvSpPr>
          <p:nvPr>
            <p:ph type="title"/>
          </p:nvPr>
        </p:nvSpPr>
        <p:spPr bwMode="auto">
          <a:xfrm>
            <a:off x="466725" y="324000"/>
            <a:ext cx="8245473" cy="252000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de-DE"/>
              <a:t>Dataset </a:t>
            </a:r>
            <a:r>
              <a:rPr lang="de-DE"/>
              <a:t>Preparation</a:t>
            </a:r>
            <a:endParaRPr lang="de-DE"/>
          </a:p>
        </p:txBody>
      </p:sp>
      <p:sp>
        <p:nvSpPr>
          <p:cNvPr id="402358302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8"/>
            <a:ext cx="532800" cy="123111"/>
          </a:xfr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40000" lnSpcReduction="12000"/>
          </a:bodyPr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146414890" name="Fußzeilenplatzhalter 2"/>
          <p:cNvSpPr>
            <a:spLocks noGrp="1"/>
          </p:cNvSpPr>
          <p:nvPr>
            <p:ph type="ftr" sz="quarter" idx="15"/>
          </p:nvPr>
        </p:nvSpPr>
        <p:spPr bwMode="auto">
          <a:xfrm>
            <a:off x="466723" y="4876198"/>
            <a:ext cx="6063499" cy="123111"/>
          </a:xfrm>
        </p:spPr>
        <p:txBody>
          <a:bodyPr wrap="square" anchor="t">
            <a:normAutofit/>
          </a:bodyPr>
          <a:lstStyle/>
          <a:p>
            <a:pPr>
              <a:spcAft>
                <a:spcPts val="598"/>
              </a:spcAft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012649791" name="Foliennummernplatzhalter 3"/>
          <p:cNvSpPr>
            <a:spLocks noGrp="1"/>
          </p:cNvSpPr>
          <p:nvPr>
            <p:ph type="sldNum" sz="quarter" idx="16"/>
          </p:nvPr>
        </p:nvSpPr>
        <p:spPr bwMode="auto">
          <a:xfrm>
            <a:off x="8488998" y="4876198"/>
            <a:ext cx="223200" cy="123111"/>
          </a:xfrm>
        </p:spPr>
        <p:txBody>
          <a:bodyPr anchor="t">
            <a:normAutofit/>
          </a:bodyPr>
          <a:lstStyle/>
          <a:p>
            <a:pPr>
              <a:spcAft>
                <a:spcPts val="598"/>
              </a:spcAft>
              <a:defRPr/>
            </a:pPr>
            <a:fld id="{4CE438BE-B44C-C88D-6F9A-B1537737A97F}" type="slidenum">
              <a:rPr lang="en-US"/>
              <a:t/>
            </a:fld>
            <a:endParaRPr lang="en-US"/>
          </a:p>
        </p:txBody>
      </p:sp>
      <p:pic>
        <p:nvPicPr>
          <p:cNvPr id="203747427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1691" y="671249"/>
            <a:ext cx="8335539" cy="4230348"/>
          </a:xfrm>
          <a:prstGeom prst="rect">
            <a:avLst/>
          </a:prstGeom>
        </p:spPr>
      </p:pic>
      <p:pic>
        <p:nvPicPr>
          <p:cNvPr id="41922786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132365" y="1276349"/>
            <a:ext cx="4106882" cy="3162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374160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endParaRPr lang="de-DE"/>
          </a:p>
        </p:txBody>
      </p:sp>
      <p:sp>
        <p:nvSpPr>
          <p:cNvPr id="714778623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4" y="1008000"/>
            <a:ext cx="5817048" cy="3706382"/>
          </a:xfrm>
        </p:spPr>
        <p:txBody>
          <a:bodyPr/>
          <a:lstStyle/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Add status column to all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*_channels.tsv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files (good / bad)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05496798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2128179223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641748285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92C23AF7-77C6-2C25-6458-D31DB4D8EFF7}" type="slidenum">
              <a:rPr lang="en-US"/>
              <a:t/>
            </a:fld>
            <a:endParaRPr lang="en-US"/>
          </a:p>
        </p:txBody>
      </p:sp>
      <p:pic>
        <p:nvPicPr>
          <p:cNvPr id="18802943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78376" y="324000"/>
            <a:ext cx="3933824" cy="857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586426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endParaRPr lang="de-DE"/>
          </a:p>
        </p:txBody>
      </p:sp>
      <p:sp>
        <p:nvSpPr>
          <p:cNvPr id="282171082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4" y="1008000"/>
            <a:ext cx="5817048" cy="3706382"/>
          </a:xfrm>
        </p:spPr>
        <p:txBody>
          <a:bodyPr/>
          <a:lstStyle/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Add status column to all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*_channels.tsv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files (good / bad)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Add synthetic tasks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freeView =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Symbol Search + Naturalistic Viewing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allTasks = all tasks of the subject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0626692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621738454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37969299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FEDE3B38-2099-3EAD-A270-76138736FDF7}" type="slidenum">
              <a:rPr lang="en-US"/>
              <a:t/>
            </a:fld>
            <a:endParaRPr lang="en-US"/>
          </a:p>
        </p:txBody>
      </p:sp>
      <p:pic>
        <p:nvPicPr>
          <p:cNvPr id="4062985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78376" y="324000"/>
            <a:ext cx="3933824" cy="857250"/>
          </a:xfrm>
          <a:prstGeom prst="rect">
            <a:avLst/>
          </a:prstGeom>
        </p:spPr>
      </p:pic>
      <p:pic>
        <p:nvPicPr>
          <p:cNvPr id="210795482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84298" y="2221457"/>
            <a:ext cx="3116300" cy="2360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83714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endParaRPr lang="de-DE"/>
          </a:p>
        </p:txBody>
      </p:sp>
      <p:sp>
        <p:nvSpPr>
          <p:cNvPr id="796497896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4" y="1008000"/>
            <a:ext cx="5817048" cy="3706382"/>
          </a:xfrm>
        </p:spPr>
        <p:txBody>
          <a:bodyPr/>
          <a:lstStyle/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Add status column to all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*_channels.tsv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files (good / bad)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Add synthetic tasks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freeView =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Symbol Search + Naturalistic Viewing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allTasks = all tasks of the subject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360903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2086206776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183999801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480951D2-BFA9-400A-B5E9-DBEDF1A0D6B6}" type="slidenum">
              <a:rPr lang="en-US"/>
              <a:t/>
            </a:fld>
            <a:endParaRPr lang="en-US"/>
          </a:p>
        </p:txBody>
      </p:sp>
      <p:pic>
        <p:nvPicPr>
          <p:cNvPr id="6034665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78376" y="324000"/>
            <a:ext cx="3933823" cy="857250"/>
          </a:xfrm>
          <a:prstGeom prst="rect">
            <a:avLst/>
          </a:prstGeom>
        </p:spPr>
      </p:pic>
      <p:pic>
        <p:nvPicPr>
          <p:cNvPr id="197284714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99386" y="2970502"/>
            <a:ext cx="3351067" cy="1611170"/>
          </a:xfrm>
          <a:prstGeom prst="rect">
            <a:avLst/>
          </a:prstGeom>
        </p:spPr>
      </p:pic>
      <p:pic>
        <p:nvPicPr>
          <p:cNvPr id="139812642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484298" y="2221458"/>
            <a:ext cx="3116300" cy="2360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917764" name="Titel 15"/>
          <p:cNvSpPr>
            <a:spLocks noGrp="1"/>
          </p:cNvSpPr>
          <p:nvPr>
            <p:ph type="title"/>
          </p:nvPr>
        </p:nvSpPr>
        <p:spPr bwMode="auto">
          <a:xfrm>
            <a:off x="466725" y="324000"/>
            <a:ext cx="8245473" cy="252000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de-DE"/>
              <a:t>Dataset </a:t>
            </a:r>
            <a:r>
              <a:rPr lang="de-DE"/>
              <a:t>Preparation</a:t>
            </a:r>
            <a:endParaRPr lang="de-DE"/>
          </a:p>
        </p:txBody>
      </p:sp>
      <p:sp>
        <p:nvSpPr>
          <p:cNvPr id="2082332305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8"/>
            <a:ext cx="532800" cy="123111"/>
          </a:xfr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40000" lnSpcReduction="12000"/>
          </a:bodyPr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212350062" name="Fußzeilenplatzhalter 2"/>
          <p:cNvSpPr>
            <a:spLocks noGrp="1"/>
          </p:cNvSpPr>
          <p:nvPr>
            <p:ph type="ftr" sz="quarter" idx="15"/>
          </p:nvPr>
        </p:nvSpPr>
        <p:spPr bwMode="auto">
          <a:xfrm>
            <a:off x="466723" y="4876198"/>
            <a:ext cx="6063499" cy="123111"/>
          </a:xfrm>
        </p:spPr>
        <p:txBody>
          <a:bodyPr wrap="square" anchor="t">
            <a:normAutofit/>
          </a:bodyPr>
          <a:lstStyle/>
          <a:p>
            <a:pPr>
              <a:spcAft>
                <a:spcPts val="598"/>
              </a:spcAft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498234097" name="Foliennummernplatzhalter 3"/>
          <p:cNvSpPr>
            <a:spLocks noGrp="1"/>
          </p:cNvSpPr>
          <p:nvPr>
            <p:ph type="sldNum" sz="quarter" idx="16"/>
          </p:nvPr>
        </p:nvSpPr>
        <p:spPr bwMode="auto">
          <a:xfrm>
            <a:off x="8488998" y="4876198"/>
            <a:ext cx="223200" cy="123111"/>
          </a:xfrm>
        </p:spPr>
        <p:txBody>
          <a:bodyPr anchor="t">
            <a:normAutofit/>
          </a:bodyPr>
          <a:lstStyle/>
          <a:p>
            <a:pPr>
              <a:spcAft>
                <a:spcPts val="598"/>
              </a:spcAft>
              <a:defRPr/>
            </a:pPr>
            <a:fld id="{A2A7572F-134D-09EE-1734-98E71B037164}" type="slidenum">
              <a:rPr lang="en-US"/>
              <a:t/>
            </a:fld>
            <a:endParaRPr lang="en-US"/>
          </a:p>
        </p:txBody>
      </p:sp>
      <p:pic>
        <p:nvPicPr>
          <p:cNvPr id="11181867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1691" y="671249"/>
            <a:ext cx="8335539" cy="4230348"/>
          </a:xfrm>
          <a:prstGeom prst="rect">
            <a:avLst/>
          </a:prstGeom>
        </p:spPr>
      </p:pic>
      <p:pic>
        <p:nvPicPr>
          <p:cNvPr id="95793275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084739" y="1775454"/>
            <a:ext cx="5175784" cy="3162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482286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endParaRPr lang="de-DE"/>
          </a:p>
        </p:txBody>
      </p:sp>
      <p:sp>
        <p:nvSpPr>
          <p:cNvPr id="226026233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13046988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544769716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0904E6C2-3D05-EF8F-F08F-40FC71CC70D9}" type="slidenum">
              <a:rPr lang="en-US"/>
              <a:t/>
            </a:fld>
            <a:endParaRPr lang="en-US"/>
          </a:p>
        </p:txBody>
      </p:sp>
      <p:pic>
        <p:nvPicPr>
          <p:cNvPr id="130326779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68012" y="226434"/>
            <a:ext cx="4924424" cy="828675"/>
          </a:xfrm>
          <a:prstGeom prst="rect">
            <a:avLst/>
          </a:prstGeom>
        </p:spPr>
      </p:pic>
      <p:pic>
        <p:nvPicPr>
          <p:cNvPr id="937484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685502" y="1295003"/>
            <a:ext cx="4237130" cy="3131343"/>
          </a:xfrm>
          <a:prstGeom prst="rect">
            <a:avLst/>
          </a:prstGeom>
        </p:spPr>
      </p:pic>
      <p:pic>
        <p:nvPicPr>
          <p:cNvPr id="32156043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4589464" y="1928812"/>
            <a:ext cx="4172040" cy="27053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920269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endParaRPr lang="de-DE"/>
          </a:p>
        </p:txBody>
      </p:sp>
      <p:sp>
        <p:nvSpPr>
          <p:cNvPr id="235505786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6" y="1122192"/>
            <a:ext cx="5817048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EEG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preprocessing (tailored to free viewing)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59939629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754150130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426262273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A7ACFAAF-984B-FDDF-25D2-97AC4570A43F}" type="slidenum">
              <a:rPr lang="en-US"/>
              <a:t/>
            </a:fld>
            <a:endParaRPr lang="en-US"/>
          </a:p>
        </p:txBody>
      </p:sp>
      <p:pic>
        <p:nvPicPr>
          <p:cNvPr id="20346275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68013" y="226434"/>
            <a:ext cx="4924424" cy="828675"/>
          </a:xfrm>
          <a:prstGeom prst="rect">
            <a:avLst/>
          </a:prstGeom>
        </p:spPr>
      </p:pic>
      <p:pic>
        <p:nvPicPr>
          <p:cNvPr id="80872317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685503" y="1295004"/>
            <a:ext cx="4237131" cy="3131343"/>
          </a:xfrm>
          <a:prstGeom prst="rect">
            <a:avLst/>
          </a:prstGeom>
        </p:spPr>
      </p:pic>
      <p:pic>
        <p:nvPicPr>
          <p:cNvPr id="145739265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414619" y="2860676"/>
            <a:ext cx="3297582" cy="1764239"/>
          </a:xfrm>
          <a:prstGeom prst="rect">
            <a:avLst/>
          </a:prstGeom>
        </p:spPr>
      </p:pic>
      <p:pic>
        <p:nvPicPr>
          <p:cNvPr id="34329456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949237" y="1931988"/>
            <a:ext cx="1910324" cy="952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587230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endParaRPr lang="de-DE"/>
          </a:p>
        </p:txBody>
      </p:sp>
      <p:sp>
        <p:nvSpPr>
          <p:cNvPr id="1941170370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5" y="1122192"/>
            <a:ext cx="5817048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EEG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preprocessing (tailored to free viewing)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Custom SMI eye-tracking parser 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17007327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265179575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025116582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4653C7EA-A5A1-4603-C795-0DBBAA204188}" type="slidenum">
              <a:rPr lang="en-US"/>
              <a:t/>
            </a:fld>
            <a:endParaRPr lang="en-US"/>
          </a:p>
        </p:txBody>
      </p:sp>
      <p:pic>
        <p:nvPicPr>
          <p:cNvPr id="15635580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68012" y="226434"/>
            <a:ext cx="4924424" cy="828675"/>
          </a:xfrm>
          <a:prstGeom prst="rect">
            <a:avLst/>
          </a:prstGeom>
        </p:spPr>
      </p:pic>
      <p:pic>
        <p:nvPicPr>
          <p:cNvPr id="91706441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685502" y="1295003"/>
            <a:ext cx="4237130" cy="3131343"/>
          </a:xfrm>
          <a:prstGeom prst="rect">
            <a:avLst/>
          </a:prstGeom>
        </p:spPr>
      </p:pic>
      <p:pic>
        <p:nvPicPr>
          <p:cNvPr id="160276293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414618" y="2860675"/>
            <a:ext cx="3297582" cy="17642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451223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endParaRPr lang="de-DE"/>
          </a:p>
        </p:txBody>
      </p:sp>
      <p:sp>
        <p:nvSpPr>
          <p:cNvPr id="2120256025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5" y="1122192"/>
            <a:ext cx="5817048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EEG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preprocessing (tailored to free viewing)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Custom SMI eye-tracking parser 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Robust matching of shared events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38612527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993574397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999049992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89EE1B19-8BA3-2878-14F7-F8BBC73AED45}" type="slidenum">
              <a:rPr lang="en-US"/>
              <a:t/>
            </a:fld>
            <a:endParaRPr lang="en-US"/>
          </a:p>
        </p:txBody>
      </p:sp>
      <p:pic>
        <p:nvPicPr>
          <p:cNvPr id="11220013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68012" y="226434"/>
            <a:ext cx="4924424" cy="828675"/>
          </a:xfrm>
          <a:prstGeom prst="rect">
            <a:avLst/>
          </a:prstGeom>
        </p:spPr>
      </p:pic>
      <p:pic>
        <p:nvPicPr>
          <p:cNvPr id="202090703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685502" y="1295003"/>
            <a:ext cx="4237130" cy="31313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441555" name="Titel 15"/>
          <p:cNvSpPr>
            <a:spLocks noGrp="1"/>
          </p:cNvSpPr>
          <p:nvPr>
            <p:ph type="title"/>
          </p:nvPr>
        </p:nvSpPr>
        <p:spPr bwMode="auto">
          <a:xfrm>
            <a:off x="466725" y="324000"/>
            <a:ext cx="8245473" cy="252000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de-DE"/>
              <a:t>Dataset </a:t>
            </a:r>
            <a:r>
              <a:rPr lang="de-DE"/>
              <a:t>Preparation</a:t>
            </a:r>
            <a:endParaRPr lang="de-DE"/>
          </a:p>
        </p:txBody>
      </p:sp>
      <p:sp>
        <p:nvSpPr>
          <p:cNvPr id="1779275501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8"/>
            <a:ext cx="532800" cy="123111"/>
          </a:xfr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40000" lnSpcReduction="12000"/>
          </a:bodyPr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559456825" name="Fußzeilenplatzhalter 2"/>
          <p:cNvSpPr>
            <a:spLocks noGrp="1"/>
          </p:cNvSpPr>
          <p:nvPr>
            <p:ph type="ftr" sz="quarter" idx="15"/>
          </p:nvPr>
        </p:nvSpPr>
        <p:spPr bwMode="auto">
          <a:xfrm>
            <a:off x="466723" y="4876198"/>
            <a:ext cx="6063499" cy="123111"/>
          </a:xfrm>
        </p:spPr>
        <p:txBody>
          <a:bodyPr wrap="square" anchor="t">
            <a:normAutofit/>
          </a:bodyPr>
          <a:lstStyle/>
          <a:p>
            <a:pPr>
              <a:spcAft>
                <a:spcPts val="598"/>
              </a:spcAft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1779325" name="Foliennummernplatzhalter 3"/>
          <p:cNvSpPr>
            <a:spLocks noGrp="1"/>
          </p:cNvSpPr>
          <p:nvPr>
            <p:ph type="sldNum" sz="quarter" idx="16"/>
          </p:nvPr>
        </p:nvSpPr>
        <p:spPr bwMode="auto">
          <a:xfrm>
            <a:off x="8488998" y="4876198"/>
            <a:ext cx="223200" cy="123111"/>
          </a:xfrm>
        </p:spPr>
        <p:txBody>
          <a:bodyPr anchor="t">
            <a:normAutofit/>
          </a:bodyPr>
          <a:lstStyle/>
          <a:p>
            <a:pPr>
              <a:spcAft>
                <a:spcPts val="598"/>
              </a:spcAft>
              <a:defRPr/>
            </a:pPr>
            <a:fld id="{AD653F08-2A53-2D56-C04F-B66939538551}" type="slidenum">
              <a:rPr lang="en-US"/>
              <a:t/>
            </a:fld>
            <a:endParaRPr lang="en-US"/>
          </a:p>
        </p:txBody>
      </p:sp>
      <p:pic>
        <p:nvPicPr>
          <p:cNvPr id="54524459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1691" y="671249"/>
            <a:ext cx="8335539" cy="4230348"/>
          </a:xfrm>
          <a:prstGeom prst="rect">
            <a:avLst/>
          </a:prstGeom>
        </p:spPr>
      </p:pic>
      <p:pic>
        <p:nvPicPr>
          <p:cNvPr id="30228722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198499" y="2518833"/>
            <a:ext cx="5584624" cy="2382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285779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Structure</a:t>
            </a:r>
            <a:endParaRPr lang="de-DE"/>
          </a:p>
        </p:txBody>
      </p:sp>
      <p:sp>
        <p:nvSpPr>
          <p:cNvPr id="275476976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1008000"/>
            <a:ext cx="5817048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Dataset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Intro to FRPs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Research Questions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 Preparation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Subject Curation</a:t>
            </a:r>
            <a:endParaRPr sz="16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Results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Takeaways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06534065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557657432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925688497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FFC65B91-420F-B38D-923B-1F2604DD7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10984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Subject Curation</a:t>
            </a:r>
            <a:endParaRPr sz="18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sp>
        <p:nvSpPr>
          <p:cNvPr id="1104912158" name="Datumsplatzhalter 4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330871197" name="Fußzeilenplatzhalter 5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638311306" name="Foliennummernplatzhalter 6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210835DD-21B3-FBFF-2FAD-415D05A8887F}" type="slidenum">
              <a:rPr lang="en-US"/>
              <a:t/>
            </a:fld>
            <a:endParaRPr lang="en-US"/>
          </a:p>
        </p:txBody>
      </p:sp>
      <p:pic>
        <p:nvPicPr>
          <p:cNvPr id="200715923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63543" y="670307"/>
            <a:ext cx="8749360" cy="3269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58299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Subject Curation</a:t>
            </a:r>
            <a:endParaRPr sz="18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sp>
        <p:nvSpPr>
          <p:cNvPr id="927178502" name="Datumsplatzhalter 4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576936741" name="Fußzeilenplatzhalter 5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 lang="en-US"/>
          </a:p>
        </p:txBody>
      </p:sp>
      <p:sp>
        <p:nvSpPr>
          <p:cNvPr id="1473521237" name="Foliennummernplatzhalter 6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8D353661-EA1B-18CB-79AF-6EAD77B0D8A0}" type="slidenum">
              <a:rPr lang="en-US"/>
              <a:t/>
            </a:fld>
            <a:endParaRPr lang="en-US"/>
          </a:p>
        </p:txBody>
      </p:sp>
      <p:pic>
        <p:nvPicPr>
          <p:cNvPr id="1697311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800000" cy="1800000"/>
          </a:xfrm>
          <a:prstGeom prst="rect">
            <a:avLst/>
          </a:prstGeom>
        </p:spPr>
      </p:pic>
      <p:pic>
        <p:nvPicPr>
          <p:cNvPr id="163763232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18240" y="697649"/>
            <a:ext cx="8788253" cy="3283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639171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Subject Curation</a:t>
            </a:r>
            <a:endParaRPr sz="18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sp>
        <p:nvSpPr>
          <p:cNvPr id="1816713663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1008000"/>
            <a:ext cx="5817048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Criteria for well synchronized recordings: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176211" lvl="1" indent="0">
              <a:buClr>
                <a:schemeClr val="tx1"/>
              </a:buClr>
              <a:buFont typeface="Arial"/>
              <a:buNone/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5651100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737468986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985938949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03061BE4-EC71-5C86-554A-020697B88AE7}" type="slidenum">
              <a:rPr lang="en-US"/>
              <a:t/>
            </a:fld>
            <a:endParaRPr lang="en-US"/>
          </a:p>
        </p:txBody>
      </p:sp>
      <p:pic>
        <p:nvPicPr>
          <p:cNvPr id="10921693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6749" y="1402839"/>
            <a:ext cx="3809998" cy="14697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615392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Subject Curation</a:t>
            </a:r>
            <a:endParaRPr sz="18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sp>
        <p:nvSpPr>
          <p:cNvPr id="2055957389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1008000"/>
            <a:ext cx="5817048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Criteria for well synchronized recordings: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Thesis uses subset without symbol search recordings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876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subjects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with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1355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recordings overall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855365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495661751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470765278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F14FC678-0CA3-7DB4-E6CA-ABC78EE9B3E0}" type="slidenum">
              <a:rPr lang="en-US"/>
              <a:t/>
            </a:fld>
            <a:endParaRPr lang="en-US"/>
          </a:p>
        </p:txBody>
      </p:sp>
      <p:pic>
        <p:nvPicPr>
          <p:cNvPr id="14084104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6749" y="1402840"/>
            <a:ext cx="3809999" cy="146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607229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Structure</a:t>
            </a:r>
            <a:endParaRPr lang="de-DE"/>
          </a:p>
        </p:txBody>
      </p:sp>
      <p:sp>
        <p:nvSpPr>
          <p:cNvPr id="1295336719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1008000"/>
            <a:ext cx="5817048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Dataset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Intro to FRPs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Research Questions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 Preparation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Subject Curation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Results</a:t>
            </a:r>
            <a:endParaRPr sz="16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Takeaways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14583756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940173498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731641418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C8FC9C86-CC0D-DD80-2CF6-F6BC408A5234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93615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Results</a:t>
            </a:r>
            <a:endParaRPr sz="18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/>
          </a:p>
        </p:txBody>
      </p:sp>
      <p:sp>
        <p:nvSpPr>
          <p:cNvPr id="729317281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1008000"/>
            <a:ext cx="5817048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Uncorrected FRPs (red is unprocessed)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680498477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225641328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588301242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2AC865C9-A319-0E44-D44A-4619848B9FD1}" type="slidenum">
              <a:rPr lang="en-US"/>
              <a:t/>
            </a:fld>
            <a:endParaRPr lang="en-US"/>
          </a:p>
        </p:txBody>
      </p:sp>
      <p:pic>
        <p:nvPicPr>
          <p:cNvPr id="17760654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07974" y="1439079"/>
            <a:ext cx="4245191" cy="3007726"/>
          </a:xfrm>
          <a:prstGeom prst="rect">
            <a:avLst/>
          </a:prstGeom>
        </p:spPr>
      </p:pic>
      <p:pic>
        <p:nvPicPr>
          <p:cNvPr id="48866658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658999" y="1423159"/>
            <a:ext cx="4248178" cy="3039566"/>
          </a:xfrm>
          <a:prstGeom prst="rect">
            <a:avLst/>
          </a:prstGeom>
        </p:spPr>
      </p:pic>
      <p:pic>
        <p:nvPicPr>
          <p:cNvPr id="190577637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395014" y="1492249"/>
            <a:ext cx="1408201" cy="7736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212320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Results</a:t>
            </a:r>
            <a:endParaRPr sz="18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/>
          </a:p>
        </p:txBody>
      </p:sp>
      <p:sp>
        <p:nvSpPr>
          <p:cNvPr id="2023280704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910756"/>
            <a:ext cx="5936935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Corrected FRPs (left only uses „well synchronized“ recordings)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05617853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850591772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614892385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46EBA95C-9673-DE85-7570-86C938D31FCB}" type="slidenum">
              <a:rPr lang="en-US"/>
              <a:t/>
            </a:fld>
            <a:endParaRPr lang="en-US"/>
          </a:p>
        </p:txBody>
      </p:sp>
      <p:pic>
        <p:nvPicPr>
          <p:cNvPr id="19884398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785999" y="1354826"/>
            <a:ext cx="4349749" cy="3262312"/>
          </a:xfrm>
          <a:prstGeom prst="rect">
            <a:avLst/>
          </a:prstGeom>
        </p:spPr>
      </p:pic>
      <p:pic>
        <p:nvPicPr>
          <p:cNvPr id="186843756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6602" y="1258449"/>
            <a:ext cx="4823666" cy="3617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934470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Results</a:t>
            </a:r>
            <a:endParaRPr sz="18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/>
          </a:p>
        </p:txBody>
      </p:sp>
      <p:sp>
        <p:nvSpPr>
          <p:cNvPr id="1765691820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2" y="910755"/>
            <a:ext cx="5936934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Amplitude 8 split by age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42640186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192449044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2066522331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200F2633-7C89-D265-0776-A69B3F3E08A4}" type="slidenum">
              <a:rPr lang="en-US"/>
              <a:t/>
            </a:fld>
            <a:endParaRPr lang="en-US"/>
          </a:p>
        </p:txBody>
      </p:sp>
      <p:pic>
        <p:nvPicPr>
          <p:cNvPr id="15888380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3807" y="1521632"/>
            <a:ext cx="4003209" cy="26587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07412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Results</a:t>
            </a:r>
            <a:endParaRPr sz="18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/>
          </a:p>
        </p:txBody>
      </p:sp>
      <p:sp>
        <p:nvSpPr>
          <p:cNvPr id="1647081075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2" y="910755"/>
            <a:ext cx="5936934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Amplitude 8 split by age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72856865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603365286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108090540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7FCC0ACA-1CC1-7D28-348E-06183027AD83}" type="slidenum">
              <a:rPr lang="en-US"/>
              <a:t/>
            </a:fld>
            <a:endParaRPr lang="en-US"/>
          </a:p>
        </p:txBody>
      </p:sp>
      <p:pic>
        <p:nvPicPr>
          <p:cNvPr id="20167706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3807" y="1521632"/>
            <a:ext cx="4003209" cy="2658782"/>
          </a:xfrm>
          <a:prstGeom prst="rect">
            <a:avLst/>
          </a:prstGeom>
        </p:spPr>
      </p:pic>
      <p:pic>
        <p:nvPicPr>
          <p:cNvPr id="157455389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680165" y="1521632"/>
            <a:ext cx="4032032" cy="2670251"/>
          </a:xfrm>
          <a:prstGeom prst="rect">
            <a:avLst/>
          </a:prstGeom>
        </p:spPr>
      </p:pic>
      <p:sp>
        <p:nvSpPr>
          <p:cNvPr id="988960274" name="Inhaltsplatzhalter 16"/>
          <p:cNvSpPr>
            <a:spLocks noGrp="1"/>
          </p:cNvSpPr>
          <p:nvPr/>
        </p:nvSpPr>
        <p:spPr bwMode="auto">
          <a:xfrm flipH="0" flipV="0">
            <a:off x="4733082" y="910755"/>
            <a:ext cx="5936934" cy="3706382"/>
          </a:xfrm>
        </p:spPr>
        <p:txBody>
          <a:bodyPr vert="horz" lIns="0" tIns="0" rIns="0" bIns="0" rtlCol="0">
            <a:noAutofit/>
          </a:bodyPr>
          <a:lstStyle>
            <a:lvl1pPr marL="171447" indent="-171447" algn="l" defTabSz="685792" rtl="0">
              <a:lnSpc>
                <a:spcPct val="120000"/>
              </a:lnSpc>
              <a:spcBef>
                <a:spcPts val="749"/>
              </a:spcBef>
              <a:buClr>
                <a:schemeClr val="accent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0" indent="-184147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69" indent="-176211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17" indent="-184147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6928" indent="-176211" algn="l" defTabSz="685792" rtl="0">
              <a:lnSpc>
                <a:spcPct val="120000"/>
              </a:lnSpc>
              <a:spcBef>
                <a:spcPts val="375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30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27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23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20" indent="-171447" algn="l" defTabSz="685792" rtl="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Amplitude 2 split by sex (blue is female)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10141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Structure</a:t>
            </a:r>
            <a:endParaRPr lang="de-DE"/>
          </a:p>
        </p:txBody>
      </p:sp>
      <p:sp>
        <p:nvSpPr>
          <p:cNvPr id="720353766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1008000"/>
            <a:ext cx="5817048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Dataset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Intro to FRPs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Research Questions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 Preparation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Subject Curation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Results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Takeaways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50699770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645787779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230019632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B4B287B8-A577-8269-8D51-6AEDEF9B3C2E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56584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Takeaways</a:t>
            </a:r>
            <a:endParaRPr lang="de-DE"/>
          </a:p>
        </p:txBody>
      </p:sp>
      <p:sp>
        <p:nvSpPr>
          <p:cNvPr id="1920986529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8313" y="1008000"/>
            <a:ext cx="8392269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HBN data can be unified into a usable EEG+ET dataset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Synchronization quality impacts results,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but scale helps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FRP analysis yields interesting results, but preprocessing pipeline needs to be adjusted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39197969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034081277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056498307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DDDB8ECA-B185-60DB-274A-2DBFE468E2EC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566024" name="Textplatzhalter 37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Institute </a:t>
            </a:r>
            <a:r>
              <a:rPr lang="de-DE"/>
              <a:t>for</a:t>
            </a:r>
            <a:r>
              <a:rPr lang="de-DE"/>
              <a:t> </a:t>
            </a:r>
            <a:r>
              <a:rPr lang="de-DE"/>
              <a:t>Visualization</a:t>
            </a:r>
            <a:r>
              <a:rPr lang="de-DE"/>
              <a:t> </a:t>
            </a:r>
            <a:r>
              <a:rPr lang="de-DE"/>
              <a:t>and</a:t>
            </a:r>
            <a:r>
              <a:rPr lang="de-DE"/>
              <a:t> Interactive Systems</a:t>
            </a:r>
            <a:endParaRPr/>
          </a:p>
        </p:txBody>
      </p:sp>
      <p:sp>
        <p:nvSpPr>
          <p:cNvPr id="624733442" name="Textplatzhalter 39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Okan Mazlum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2057389470" name="Textplatzhalter 29"/>
          <p:cNvSpPr>
            <a:spLocks noGrp="1"/>
          </p:cNvSpPr>
          <p:nvPr>
            <p:ph type="body" sz="quarter" idx="31"/>
          </p:nvPr>
        </p:nvSpPr>
        <p:spPr bwMode="auto">
          <a:xfrm>
            <a:off x="2174400" y="2571750"/>
            <a:ext cx="542646" cy="216482"/>
          </a:xfrm>
        </p:spPr>
        <p:txBody>
          <a:bodyPr/>
          <a:lstStyle/>
          <a:p>
            <a:pPr>
              <a:defRPr/>
            </a:pPr>
            <a:r>
              <a:rPr lang="de-DE"/>
              <a:t>e-mail</a:t>
            </a:r>
            <a:endParaRPr lang="de-DE"/>
          </a:p>
        </p:txBody>
      </p:sp>
      <p:sp>
        <p:nvSpPr>
          <p:cNvPr id="1350161214" name="Textplatzhalter 44"/>
          <p:cNvSpPr>
            <a:spLocks noGrp="1"/>
          </p:cNvSpPr>
          <p:nvPr>
            <p:ph type="body" sz="quarter" idx="26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st156392@stud.uni-stuttgart.de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350917120" name="Textplatzhalter 31"/>
          <p:cNvSpPr>
            <a:spLocks noGrp="1"/>
          </p:cNvSpPr>
          <p:nvPr>
            <p:ph type="body" sz="quarter" idx="34"/>
          </p:nvPr>
        </p:nvSpPr>
        <p:spPr bwMode="auto">
          <a:xfrm>
            <a:off x="2174400" y="3508234"/>
            <a:ext cx="2500012" cy="218691"/>
          </a:xfrm>
        </p:spPr>
        <p:txBody>
          <a:bodyPr/>
          <a:lstStyle/>
          <a:p>
            <a:pPr>
              <a:defRPr/>
            </a:pPr>
            <a:r>
              <a:rPr lang="de-DE"/>
              <a:t>University </a:t>
            </a:r>
            <a:r>
              <a:rPr lang="de-DE"/>
              <a:t>of</a:t>
            </a:r>
            <a:r>
              <a:rPr lang="de-DE"/>
              <a:t> Stuttgart</a:t>
            </a:r>
            <a:endParaRPr/>
          </a:p>
        </p:txBody>
      </p:sp>
      <p:sp>
        <p:nvSpPr>
          <p:cNvPr id="1592237903" name="Textplatzhalter 43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Department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Computational</a:t>
            </a:r>
            <a:r>
              <a:rPr lang="de-DE"/>
              <a:t> </a:t>
            </a:r>
            <a:r>
              <a:rPr lang="de-DE"/>
              <a:t>Cognitive</a:t>
            </a:r>
            <a:r>
              <a:rPr lang="de-DE"/>
              <a:t> Science</a:t>
            </a:r>
            <a:endParaRPr/>
          </a:p>
          <a:p>
            <a:pPr>
              <a:defRPr/>
            </a:pPr>
            <a:endParaRPr lang="de-DE"/>
          </a:p>
        </p:txBody>
      </p:sp>
      <p:sp>
        <p:nvSpPr>
          <p:cNvPr id="1998730670" name="Textplatzhalter 40"/>
          <p:cNvSpPr>
            <a:spLocks noGrp="1"/>
          </p:cNvSpPr>
          <p:nvPr>
            <p:ph type="body" sz="quarter" idx="2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Pfaffenwaldring 5a, 70569 Stuttgart</a:t>
            </a:r>
            <a:endParaRPr/>
          </a:p>
          <a:p>
            <a:pPr>
              <a:defRPr/>
            </a:pPr>
            <a:endParaRPr lang="de-DE"/>
          </a:p>
        </p:txBody>
      </p:sp>
      <p:pic>
        <p:nvPicPr>
          <p:cNvPr id="1613817432" name="Bildplatzhalter 3"/>
          <p:cNvPicPr>
            <a:picLocks noChangeAspect="1" noGrp="1"/>
          </p:cNvPicPr>
          <p:nvPr>
            <p:ph type="pic" sz="quarter" idx="14"/>
          </p:nvPr>
        </p:nvPicPr>
        <p:blipFill rotWithShape="1">
          <a:blip r:embed="rId3"/>
          <a:srcRect l="0" t="12222" r="0" b="12221"/>
          <a:stretch/>
        </p:blipFill>
        <p:spPr bwMode="auto">
          <a:prstGeom prst="ellipse">
            <a:avLst/>
          </a:prstGeom>
          <a:solidFill>
            <a:schemeClr val="bg1"/>
          </a:solidFill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653154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r>
              <a:rPr lang="de-DE"/>
              <a:t> – Unique challenges</a:t>
            </a:r>
            <a:endParaRPr lang="de-DE"/>
          </a:p>
        </p:txBody>
      </p:sp>
      <p:sp>
        <p:nvSpPr>
          <p:cNvPr id="824743459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5" y="1122191"/>
            <a:ext cx="8245473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20 Hz noise in some recordings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→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 custom PSD spike detection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14585508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516237515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843973966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B6140F56-5659-9A84-3558-E3770B1772D1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020938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Dataset Preparation</a:t>
            </a:r>
            <a:r>
              <a:rPr lang="de-DE"/>
              <a:t>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–</a:t>
            </a:r>
            <a:r>
              <a:rPr lang="de-DE"/>
              <a:t>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Unique challenges</a:t>
            </a:r>
            <a:endParaRPr lang="de-DE"/>
          </a:p>
        </p:txBody>
      </p:sp>
      <p:sp>
        <p:nvSpPr>
          <p:cNvPr id="29823923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5" y="1122192"/>
            <a:ext cx="8245472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20 Hz noise in some recordings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→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 custom PSD spike detection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Rounding for step-like ET channels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29066695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2060312529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484143196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57428176-997B-E45F-48EA-740E81887D71}" type="slidenum">
              <a:rPr lang="en-US"/>
              <a:t/>
            </a:fld>
            <a:endParaRPr lang="en-US"/>
          </a:p>
        </p:txBody>
      </p:sp>
      <p:pic>
        <p:nvPicPr>
          <p:cNvPr id="3882913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6115" y="2571750"/>
            <a:ext cx="7861082" cy="2150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699916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Preparation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Unique challenges</a:t>
            </a:r>
            <a:endParaRPr sz="1800"/>
          </a:p>
          <a:p>
            <a:pPr>
              <a:defRPr/>
            </a:pPr>
            <a:endParaRPr/>
          </a:p>
        </p:txBody>
      </p:sp>
      <p:sp>
        <p:nvSpPr>
          <p:cNvPr id="1375647700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5" y="1122192"/>
            <a:ext cx="8245472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20 Hz noise in some recordings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→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 custom PSD spike detection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Rounding for step-like ET channels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New config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parameters for mne-bids-eyetracking-pipeline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Fallback EOG electrodes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644698032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911048034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876217029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A3E829F6-C864-ABD6-447D-BCD55962A6F1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512170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 Preparation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Unique challenges</a:t>
            </a:r>
            <a:endParaRPr sz="1800"/>
          </a:p>
          <a:p>
            <a:pPr>
              <a:defRPr/>
            </a:pPr>
            <a:endParaRPr/>
          </a:p>
        </p:txBody>
      </p:sp>
      <p:sp>
        <p:nvSpPr>
          <p:cNvPr id="1113880737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5" y="1122192"/>
            <a:ext cx="8245472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20 Hz noise in some recordings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→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 custom PSD spike detection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Rounding for step-like ET channels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New config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parameters for mne-bids-eyetracking-pipeline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Fallback EOG electrodes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Use full recording for ICA Training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8438626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084399332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615491764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DC26C267-763D-E0B7-84ED-950E75BFD75A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753325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 Preparation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Unique challenges</a:t>
            </a:r>
            <a:endParaRPr sz="1800"/>
          </a:p>
          <a:p>
            <a:pPr>
              <a:defRPr/>
            </a:pPr>
            <a:endParaRPr/>
          </a:p>
        </p:txBody>
      </p:sp>
      <p:sp>
        <p:nvSpPr>
          <p:cNvPr id="548317921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5" y="1122192"/>
            <a:ext cx="8245472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20 Hz noise in some recordings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→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 custom PSD spike detection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Rounding for step-like ET channels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New config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parameters for mne-bids-eyetracking-pipeline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Fallback EOG electrodes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Use full recording for ICA Training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Fixed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raw.filter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only being applied to first run in ICA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57269841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380770381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037250727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EF770B07-5CAE-4DA5-0833-447AE32F5516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940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 Preparation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Unique challenges</a:t>
            </a:r>
            <a:endParaRPr sz="1800"/>
          </a:p>
          <a:p>
            <a:pPr>
              <a:defRPr/>
            </a:pPr>
            <a:endParaRPr/>
          </a:p>
        </p:txBody>
      </p:sp>
      <p:sp>
        <p:nvSpPr>
          <p:cNvPr id="1149024933" name="Inhaltsplatzhalter 16"/>
          <p:cNvSpPr>
            <a:spLocks noGrp="1"/>
          </p:cNvSpPr>
          <p:nvPr>
            <p:ph idx="1"/>
          </p:nvPr>
        </p:nvSpPr>
        <p:spPr bwMode="auto">
          <a:xfrm flipH="0" flipV="0">
            <a:off x="466725" y="1122192"/>
            <a:ext cx="8245472" cy="3706382"/>
          </a:xfrm>
        </p:spPr>
        <p:txBody>
          <a:bodyPr/>
          <a:lstStyle/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20 Hz noise in some recordings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→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 custom PSD spike detection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Rounding for step-like ET channels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New config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parameters for mne-bids-eyetracking-pipeline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Fallback EOG electrodes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Use full recording for ICA Training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Fixed 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Courier New"/>
                <a:ea typeface="Courier New"/>
                <a:cs typeface="Courier New"/>
              </a:rPr>
              <a:t>raw.filter</a:t>
            </a: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only being applied to first run in ICA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16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Many minor changes to make pipeline workable with multi-run dataset of this size</a:t>
            </a:r>
            <a:endParaRPr lang="de-DE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115567738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573654854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207698022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3EE97D38-595E-22D2-EAA0-3936DDCB3F5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615078" name="Titel 1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(Image) </a:t>
            </a:r>
            <a:r>
              <a:rPr lang="de-DE"/>
              <a:t>Sources</a:t>
            </a:r>
            <a:endParaRPr lang="de-DE"/>
          </a:p>
        </p:txBody>
      </p:sp>
      <p:sp>
        <p:nvSpPr>
          <p:cNvPr id="73833047" name="Inhaltsplatzhalter 16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360358" lvl="2" indent="0">
              <a:buNone/>
              <a:defRPr/>
            </a:pPr>
            <a:endParaRPr lang="de-DE"/>
          </a:p>
          <a:p>
            <a:pPr lvl="1">
              <a:defRPr/>
            </a:pPr>
            <a:endParaRPr lang="de-DE"/>
          </a:p>
          <a:p>
            <a:pPr marL="176212" lvl="1" indent="0">
              <a:buNone/>
              <a:defRPr/>
            </a:pPr>
            <a:endParaRPr lang="de-DE"/>
          </a:p>
        </p:txBody>
      </p:sp>
      <p:sp>
        <p:nvSpPr>
          <p:cNvPr id="810270789" name="Datumsplatzhalter 1"/>
          <p:cNvSpPr>
            <a:spLocks noGrp="1"/>
          </p:cNvSpPr>
          <p:nvPr>
            <p:ph type="dt" sz="half" idx="14"/>
          </p:nvPr>
        </p:nvSpPr>
        <p:spPr bwMode="auto">
          <a:xfrm>
            <a:off x="7754400" y="4876199"/>
            <a:ext cx="533520" cy="488039"/>
          </a:xfrm>
        </p:spPr>
        <p:txBody>
          <a:bodyPr/>
          <a:lstStyle/>
          <a:p>
            <a:pPr>
              <a:defRPr/>
            </a:pPr>
            <a:r>
              <a:rPr lang="de-DE" sz="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19.05.2026</a:t>
            </a: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 sz="800"/>
          </a:p>
          <a:p>
            <a:pPr>
              <a:defRPr/>
            </a:pPr>
            <a:endParaRPr/>
          </a:p>
        </p:txBody>
      </p:sp>
      <p:sp>
        <p:nvSpPr>
          <p:cNvPr id="1340069900" name="Fußzeilenplatzhalter 2"/>
          <p:cNvSpPr>
            <a:spLocks noGrp="1"/>
          </p:cNvSpPr>
          <p:nvPr>
            <p:ph type="ftr" sz="quarter" idx="15"/>
          </p:nvPr>
        </p:nvSpPr>
        <p:spPr bwMode="auto">
          <a:xfrm>
            <a:off x="466725" y="4876200"/>
            <a:ext cx="6063501" cy="123111"/>
          </a:xfrm>
        </p:spPr>
        <p:txBody>
          <a:bodyPr/>
          <a:lstStyle/>
          <a:p>
            <a:pPr>
              <a:defRPr/>
            </a:pPr>
            <a:r>
              <a:rPr lang="en-US"/>
              <a:t>University of Stuttgart</a:t>
            </a:r>
            <a:endParaRPr/>
          </a:p>
        </p:txBody>
      </p:sp>
      <p:sp>
        <p:nvSpPr>
          <p:cNvPr id="158341698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9E82CC3C-1DC0-4FDA-9590-6CC506AB67F8}" type="slidenum">
              <a:rPr lang="en-US"/>
              <a:t>16</a:t>
            </a:fld>
            <a:endParaRPr lang="en-US"/>
          </a:p>
        </p:txBody>
      </p:sp>
      <p:sp>
        <p:nvSpPr>
          <p:cNvPr id="795851203" name="Inhaltsplatzhalter 16"/>
          <p:cNvSpPr txBox="1"/>
          <p:nvPr/>
        </p:nvSpPr>
        <p:spPr bwMode="auto">
          <a:xfrm>
            <a:off x="465447" y="576000"/>
            <a:ext cx="8243887" cy="20695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48" indent="-171448" algn="l" defTabSz="685793" rtl="0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0" indent="-184148" algn="l" defTabSz="685793" rtl="0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0" indent="-176212" algn="l" defTabSz="685793" rtl="0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18" indent="-184148" algn="l" defTabSz="685793" rtl="0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6929" indent="-176212" algn="l" defTabSz="685793" rtl="0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31" indent="-171448" algn="l" defTabSz="685793" rtl="0">
              <a:lnSpc>
                <a:spcPct val="90000"/>
              </a:lnSpc>
              <a:spcBef>
                <a:spcPts val="376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28" indent="-171448" algn="l" defTabSz="685793" rtl="0">
              <a:lnSpc>
                <a:spcPct val="90000"/>
              </a:lnSpc>
              <a:spcBef>
                <a:spcPts val="376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24" indent="-171448" algn="l" defTabSz="685793" rtl="0">
              <a:lnSpc>
                <a:spcPct val="90000"/>
              </a:lnSpc>
              <a:spcBef>
                <a:spcPts val="376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21" indent="-171448" algn="l" defTabSz="685793" rtl="0">
              <a:lnSpc>
                <a:spcPct val="90000"/>
              </a:lnSpc>
              <a:spcBef>
                <a:spcPts val="376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sz="1100"/>
          </a:p>
          <a:p>
            <a:pPr>
              <a:defRPr/>
            </a:pPr>
            <a:r>
              <a:rPr lang="en-US" sz="1100"/>
              <a:t>Dimigen</a:t>
            </a:r>
            <a:r>
              <a:rPr lang="en-US" sz="1100"/>
              <a:t> O, </a:t>
            </a:r>
            <a:r>
              <a:rPr lang="en-US" sz="1100"/>
              <a:t>Ehinger</a:t>
            </a:r>
            <a:r>
              <a:rPr lang="en-US" sz="1100"/>
              <a:t> BV. Regression-based analysis of combined EEG and eye-tracking data: Theory and applications. J Vis. 2021 Jan 4;21(1):3. </a:t>
            </a:r>
            <a:r>
              <a:rPr lang="en-US" sz="1100"/>
              <a:t>doi</a:t>
            </a:r>
            <a:r>
              <a:rPr lang="en-US" sz="1100"/>
              <a:t>: 10.1167/jov.21.1.3. PMID: 33410892; PMCID: PMC7804566.</a:t>
            </a:r>
            <a:endParaRPr/>
          </a:p>
          <a:p>
            <a:pPr lvl="1">
              <a:defRPr/>
            </a:pPr>
            <a:r>
              <a:rPr lang="en-US" sz="1100"/>
              <a:t>Figures modified</a:t>
            </a:r>
            <a:endParaRPr/>
          </a:p>
          <a:p>
            <a:pPr>
              <a:defRPr/>
            </a:pPr>
            <a:r>
              <a:rPr lang="en-US" sz="1100"/>
              <a:t>Alexander, L., </a:t>
            </a:r>
            <a:r>
              <a:rPr lang="en-US" sz="1100"/>
              <a:t>Escalera</a:t>
            </a:r>
            <a:r>
              <a:rPr lang="en-US" sz="1100"/>
              <a:t>, J., Ai, L. </a:t>
            </a:r>
            <a:r>
              <a:rPr lang="en-US" sz="1100" i="1"/>
              <a:t>et al.</a:t>
            </a:r>
            <a:r>
              <a:rPr lang="en-US" sz="1100"/>
              <a:t> An open resource for </a:t>
            </a:r>
            <a:r>
              <a:rPr lang="en-US" sz="1100"/>
              <a:t>transdiagnostic</a:t>
            </a:r>
            <a:r>
              <a:rPr lang="en-US" sz="1100"/>
              <a:t> research in pediatric mental health and learning disorders. </a:t>
            </a:r>
            <a:r>
              <a:rPr lang="en-US" sz="1100" i="1"/>
              <a:t>Sci</a:t>
            </a:r>
            <a:r>
              <a:rPr lang="en-US" sz="1100" i="1"/>
              <a:t> Data</a:t>
            </a:r>
            <a:r>
              <a:rPr lang="en-US" sz="1100"/>
              <a:t> </a:t>
            </a:r>
            <a:r>
              <a:rPr lang="en-US" sz="1100" b="1"/>
              <a:t>4</a:t>
            </a:r>
            <a:r>
              <a:rPr lang="en-US" sz="1100"/>
              <a:t>, 170181 (2017). </a:t>
            </a:r>
            <a:r>
              <a:rPr lang="en-US" sz="1100" u="sng">
                <a:hlinkClick r:id="rId3" tooltip=""/>
              </a:rPr>
              <a:t>https://doi.org/10.1038/sdata.2017.181</a:t>
            </a:r>
            <a:endParaRPr lang="en-US" sz="1100"/>
          </a:p>
          <a:p>
            <a:pPr>
              <a:defRPr/>
            </a:pPr>
            <a:r>
              <a:rPr lang="en-US" sz="1100"/>
              <a:t>Seyed</a:t>
            </a:r>
            <a:r>
              <a:rPr lang="en-US" sz="1100"/>
              <a:t> </a:t>
            </a:r>
            <a:r>
              <a:rPr lang="en-US" sz="1100"/>
              <a:t>Yahya</a:t>
            </a:r>
            <a:r>
              <a:rPr lang="en-US" sz="1100"/>
              <a:t> </a:t>
            </a:r>
            <a:r>
              <a:rPr lang="en-US" sz="1100"/>
              <a:t>Shirazi</a:t>
            </a:r>
            <a:r>
              <a:rPr lang="en-US" sz="1100"/>
              <a:t>, Alexandre Franco, </a:t>
            </a:r>
            <a:r>
              <a:rPr lang="en-US" sz="1100"/>
              <a:t>Maurício</a:t>
            </a:r>
            <a:r>
              <a:rPr lang="en-US" sz="1100"/>
              <a:t> </a:t>
            </a:r>
            <a:r>
              <a:rPr lang="en-US" sz="1100"/>
              <a:t>Scopel</a:t>
            </a:r>
            <a:r>
              <a:rPr lang="en-US" sz="1100"/>
              <a:t> Hoffmann, </a:t>
            </a:r>
            <a:r>
              <a:rPr lang="en-US" sz="1100"/>
              <a:t>Nathalia</a:t>
            </a:r>
            <a:r>
              <a:rPr lang="en-US" sz="1100"/>
              <a:t> B. </a:t>
            </a:r>
            <a:r>
              <a:rPr lang="en-US" sz="1100"/>
              <a:t>Esper</a:t>
            </a:r>
            <a:r>
              <a:rPr lang="en-US" sz="1100"/>
              <a:t>, Dung Truong, Arnaud Delorme, Michael P. </a:t>
            </a:r>
            <a:r>
              <a:rPr lang="en-US" sz="1100"/>
              <a:t>Milham</a:t>
            </a:r>
            <a:r>
              <a:rPr lang="en-US" sz="1100"/>
              <a:t>, Scott </a:t>
            </a:r>
            <a:r>
              <a:rPr lang="en-US" sz="1100"/>
              <a:t>Makeig</a:t>
            </a:r>
            <a:r>
              <a:rPr lang="en-US" sz="1100"/>
              <a:t> </a:t>
            </a:r>
            <a:br>
              <a:rPr lang="en-US" sz="1100"/>
            </a:br>
            <a:r>
              <a:rPr lang="en-US" sz="1100"/>
              <a:t>bioRxiv</a:t>
            </a:r>
            <a:r>
              <a:rPr lang="en-US" sz="1100"/>
              <a:t> 2024.10.03.615261; </a:t>
            </a:r>
            <a:r>
              <a:rPr lang="en-US" sz="1100"/>
              <a:t>doi</a:t>
            </a:r>
            <a:r>
              <a:rPr lang="en-US" sz="1100"/>
              <a:t>: </a:t>
            </a:r>
            <a:r>
              <a:rPr lang="en-US" sz="1100" u="sng">
                <a:hlinkClick r:id="rId4" tooltip=""/>
              </a:rPr>
              <a:t>https://doi.org/10.1101/2024.10.03.615261</a:t>
            </a:r>
            <a:endParaRPr lang="en-US" sz="1100"/>
          </a:p>
          <a:p>
            <a:pPr lvl="1">
              <a:defRPr/>
            </a:pPr>
            <a:r>
              <a:rPr lang="en-US" sz="1100"/>
              <a:t>Figures modified</a:t>
            </a:r>
            <a:endParaRPr/>
          </a:p>
          <a:p>
            <a:pPr>
              <a:defRPr/>
            </a:pPr>
            <a:r>
              <a:rPr lang="en-US" sz="1100"/>
              <a:t>Langer, N., Ho, E., Alexander, L. </a:t>
            </a:r>
            <a:r>
              <a:rPr lang="en-US" sz="1100" i="1"/>
              <a:t>et al.</a:t>
            </a:r>
            <a:r>
              <a:rPr lang="en-US" sz="1100"/>
              <a:t> A resource for assessing information processing in the developing brain using EEG and eye tracking. </a:t>
            </a:r>
            <a:r>
              <a:rPr lang="en-US" sz="1100" i="1"/>
              <a:t>Sci</a:t>
            </a:r>
            <a:r>
              <a:rPr lang="en-US" sz="1100" i="1"/>
              <a:t> Data</a:t>
            </a:r>
            <a:r>
              <a:rPr lang="en-US" sz="1100"/>
              <a:t> </a:t>
            </a:r>
            <a:r>
              <a:rPr lang="en-US" sz="1100" b="1"/>
              <a:t>4</a:t>
            </a:r>
            <a:r>
              <a:rPr lang="en-US" sz="1100"/>
              <a:t>, 170040 (2017). </a:t>
            </a:r>
            <a:r>
              <a:rPr lang="en-US" sz="1100" u="sng">
                <a:hlinkClick r:id="rId5" tooltip=""/>
              </a:rPr>
              <a:t>https://doi.org/10.1038/sdata.2017.40</a:t>
            </a:r>
            <a:endParaRPr lang="en-US" sz="1100"/>
          </a:p>
          <a:p>
            <a:pPr>
              <a:defRPr/>
            </a:pPr>
            <a:r>
              <a:rPr lang="en-US" sz="1100"/>
              <a:t>Kuefner, Dana &amp; de Heering, Adélaïde &amp; Jacques, Corentin &amp; Palmero-Soler, Ernesto &amp; </a:t>
            </a:r>
            <a:r>
              <a:rPr lang="en-US" sz="1100"/>
              <a:t>Rossion</a:t>
            </a:r>
            <a:r>
              <a:rPr lang="en-US" sz="1100"/>
              <a:t>, Bruno. (2010). Early Visually Evoked Electrophysiological Responses Over the Human Brain (P1, N170) Show Stable Patterns of Face-Sensitivity from 4 years to Adulthood. Frontiers in Human Neuroscience. 3. 67. 10.3389/neuro.09.067.2009. </a:t>
            </a:r>
            <a:endParaRPr/>
          </a:p>
          <a:p>
            <a:pPr lvl="1">
              <a:defRPr/>
            </a:pPr>
            <a:r>
              <a:rPr lang="en-US" sz="1100"/>
              <a:t>Figures modified</a:t>
            </a:r>
            <a:endParaRPr/>
          </a:p>
          <a:p>
            <a:pPr>
              <a:defRPr/>
            </a:pPr>
            <a:endParaRPr lang="en-US" sz="1100"/>
          </a:p>
        </p:txBody>
      </p:sp>
      <p:sp>
        <p:nvSpPr>
          <p:cNvPr id="251976677" name="Textplatzhalter 17"/>
          <p:cNvSpPr txBox="1"/>
          <p:nvPr/>
        </p:nvSpPr>
        <p:spPr bwMode="auto">
          <a:xfrm>
            <a:off x="466725" y="1926386"/>
            <a:ext cx="8244200" cy="277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793" rtl="0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0" indent="-184148" algn="l" defTabSz="685793" rtl="0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0" indent="-176212" algn="l" defTabSz="685793" rtl="0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718" indent="-184148" algn="l" defTabSz="685793" rtl="0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6929" indent="-176212" algn="l" defTabSz="685793" rtl="0">
              <a:lnSpc>
                <a:spcPct val="120000"/>
              </a:lnSpc>
              <a:spcBef>
                <a:spcPts val="376"/>
              </a:spcBef>
              <a:buClr>
                <a:schemeClr val="tx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31" indent="-171448" algn="l" defTabSz="685793" rtl="0">
              <a:lnSpc>
                <a:spcPct val="90000"/>
              </a:lnSpc>
              <a:spcBef>
                <a:spcPts val="376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28" indent="-171448" algn="l" defTabSz="685793" rtl="0">
              <a:lnSpc>
                <a:spcPct val="90000"/>
              </a:lnSpc>
              <a:spcBef>
                <a:spcPts val="376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24" indent="-171448" algn="l" defTabSz="685793" rtl="0">
              <a:lnSpc>
                <a:spcPct val="90000"/>
              </a:lnSpc>
              <a:spcBef>
                <a:spcPts val="376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21" indent="-171448" algn="l" defTabSz="685793" rtl="0">
              <a:lnSpc>
                <a:spcPct val="90000"/>
              </a:lnSpc>
              <a:spcBef>
                <a:spcPts val="376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Uni_Stuttgart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50</Slides>
  <Notes>50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Insights from a very large EEG+Eyetracking dataset</dc:title>
  <dc:creator>Okk</dc:creator>
  <cp:lastModifiedBy/>
  <cp:revision>18</cp:revision>
  <dcterms:created xsi:type="dcterms:W3CDTF">2016-11-21T05:24:26Z</dcterms:created>
  <dcterms:modified xsi:type="dcterms:W3CDTF">2026-05-19T01:28:24Z</dcterms:modified>
</cp:coreProperties>
</file>